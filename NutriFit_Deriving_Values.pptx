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webextensions/webextension1.xml" ContentType="application/vnd.ms-office.webextension+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22"/>
  </p:notesMasterIdLst>
  <p:sldIdLst>
    <p:sldId id="256" r:id="rId5"/>
    <p:sldId id="258" r:id="rId6"/>
    <p:sldId id="259" r:id="rId7"/>
    <p:sldId id="260" r:id="rId8"/>
    <p:sldId id="261" r:id="rId9"/>
    <p:sldId id="262" r:id="rId10"/>
    <p:sldId id="263" r:id="rId11"/>
    <p:sldId id="264" r:id="rId12"/>
    <p:sldId id="269" r:id="rId13"/>
    <p:sldId id="265" r:id="rId14"/>
    <p:sldId id="266" r:id="rId15"/>
    <p:sldId id="273" r:id="rId16"/>
    <p:sldId id="270" r:id="rId17"/>
    <p:sldId id="271" r:id="rId18"/>
    <p:sldId id="267" r:id="rId19"/>
    <p:sldId id="268"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16AE1B-51E9-4681-94AF-07E349BEABEE}" v="17" dt="2024-11-10T15:38:47.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khar kochhar" userId="1a27a6da4cd97012" providerId="LiveId" clId="{5016AE1B-51E9-4681-94AF-07E349BEABEE}"/>
    <pc:docChg chg="undo custSel addSld delSld modSld">
      <pc:chgData name="prakhar kochhar" userId="1a27a6da4cd97012" providerId="LiveId" clId="{5016AE1B-51E9-4681-94AF-07E349BEABEE}" dt="2024-11-10T15:31:57.237" v="538" actId="5793"/>
      <pc:docMkLst>
        <pc:docMk/>
      </pc:docMkLst>
      <pc:sldChg chg="modSp mod">
        <pc:chgData name="prakhar kochhar" userId="1a27a6da4cd97012" providerId="LiveId" clId="{5016AE1B-51E9-4681-94AF-07E349BEABEE}" dt="2024-11-10T15:31:57.237" v="538" actId="5793"/>
        <pc:sldMkLst>
          <pc:docMk/>
          <pc:sldMk cId="391991897" sldId="259"/>
        </pc:sldMkLst>
        <pc:spChg chg="mod">
          <ac:chgData name="prakhar kochhar" userId="1a27a6da4cd97012" providerId="LiveId" clId="{5016AE1B-51E9-4681-94AF-07E349BEABEE}" dt="2024-11-10T15:31:57.237" v="538" actId="5793"/>
          <ac:spMkLst>
            <pc:docMk/>
            <pc:sldMk cId="391991897" sldId="259"/>
            <ac:spMk id="3" creationId="{2E5774FE-38B1-2020-2716-D3B53F9BE9C7}"/>
          </ac:spMkLst>
        </pc:spChg>
      </pc:sldChg>
      <pc:sldChg chg="addSp delSp modSp mod">
        <pc:chgData name="prakhar kochhar" userId="1a27a6da4cd97012" providerId="LiveId" clId="{5016AE1B-51E9-4681-94AF-07E349BEABEE}" dt="2024-11-09T01:30:52.048" v="381" actId="1076"/>
        <pc:sldMkLst>
          <pc:docMk/>
          <pc:sldMk cId="873880075" sldId="260"/>
        </pc:sldMkLst>
        <pc:spChg chg="mod">
          <ac:chgData name="prakhar kochhar" userId="1a27a6da4cd97012" providerId="LiveId" clId="{5016AE1B-51E9-4681-94AF-07E349BEABEE}" dt="2024-11-09T01:30:37.546" v="379" actId="1076"/>
          <ac:spMkLst>
            <pc:docMk/>
            <pc:sldMk cId="873880075" sldId="260"/>
            <ac:spMk id="2" creationId="{D16480E8-9CA8-EF0B-325F-663517AAC6E7}"/>
          </ac:spMkLst>
        </pc:spChg>
        <pc:spChg chg="add del mod">
          <ac:chgData name="prakhar kochhar" userId="1a27a6da4cd97012" providerId="LiveId" clId="{5016AE1B-51E9-4681-94AF-07E349BEABEE}" dt="2024-11-09T01:26:36.185" v="358" actId="26606"/>
          <ac:spMkLst>
            <pc:docMk/>
            <pc:sldMk cId="873880075" sldId="260"/>
            <ac:spMk id="3" creationId="{6C406636-7F46-326A-66A9-A417A2CB9916}"/>
          </ac:spMkLst>
        </pc:spChg>
        <pc:spChg chg="mod">
          <ac:chgData name="prakhar kochhar" userId="1a27a6da4cd97012" providerId="LiveId" clId="{5016AE1B-51E9-4681-94AF-07E349BEABEE}" dt="2024-11-09T01:30:52.048" v="381" actId="1076"/>
          <ac:spMkLst>
            <pc:docMk/>
            <pc:sldMk cId="873880075" sldId="260"/>
            <ac:spMk id="4" creationId="{E491EF87-E351-DD38-6266-5AC0A9CFA61D}"/>
          </ac:spMkLst>
        </pc:spChg>
        <pc:graphicFrameChg chg="add del">
          <ac:chgData name="prakhar kochhar" userId="1a27a6da4cd97012" providerId="LiveId" clId="{5016AE1B-51E9-4681-94AF-07E349BEABEE}" dt="2024-11-09T01:24:31.194" v="342" actId="26606"/>
          <ac:graphicFrameMkLst>
            <pc:docMk/>
            <pc:sldMk cId="873880075" sldId="260"/>
            <ac:graphicFrameMk id="10" creationId="{F24BCE6B-3F72-C60B-C8C1-F2903555DF5F}"/>
          </ac:graphicFrameMkLst>
        </pc:graphicFrameChg>
        <pc:graphicFrameChg chg="add del">
          <ac:chgData name="prakhar kochhar" userId="1a27a6da4cd97012" providerId="LiveId" clId="{5016AE1B-51E9-4681-94AF-07E349BEABEE}" dt="2024-11-09T01:26:36.165" v="357" actId="26606"/>
          <ac:graphicFrameMkLst>
            <pc:docMk/>
            <pc:sldMk cId="873880075" sldId="260"/>
            <ac:graphicFrameMk id="11" creationId="{E178440A-ACC5-2CEC-C6A3-22E4460ECEEE}"/>
          </ac:graphicFrameMkLst>
        </pc:graphicFrameChg>
        <pc:graphicFrameChg chg="add mod modGraphic">
          <ac:chgData name="prakhar kochhar" userId="1a27a6da4cd97012" providerId="LiveId" clId="{5016AE1B-51E9-4681-94AF-07E349BEABEE}" dt="2024-11-09T01:30:16.482" v="377" actId="14100"/>
          <ac:graphicFrameMkLst>
            <pc:docMk/>
            <pc:sldMk cId="873880075" sldId="260"/>
            <ac:graphicFrameMk id="13" creationId="{56FA4B07-0556-4929-6CC6-42D8898A113B}"/>
          </ac:graphicFrameMkLst>
        </pc:graphicFrameChg>
      </pc:sldChg>
      <pc:sldChg chg="addSp delSp modSp mod setBg">
        <pc:chgData name="prakhar kochhar" userId="1a27a6da4cd97012" providerId="LiveId" clId="{5016AE1B-51E9-4681-94AF-07E349BEABEE}" dt="2024-11-09T00:21:06.468" v="131" actId="20577"/>
        <pc:sldMkLst>
          <pc:docMk/>
          <pc:sldMk cId="2242145815" sldId="265"/>
        </pc:sldMkLst>
        <pc:spChg chg="add del mod">
          <ac:chgData name="prakhar kochhar" userId="1a27a6da4cd97012" providerId="LiveId" clId="{5016AE1B-51E9-4681-94AF-07E349BEABEE}" dt="2024-11-07T05:16:51.997" v="7" actId="21"/>
          <ac:spMkLst>
            <pc:docMk/>
            <pc:sldMk cId="2242145815" sldId="265"/>
            <ac:spMk id="3" creationId="{293AD93F-0084-617B-4BBE-41E1412DACC3}"/>
          </ac:spMkLst>
        </pc:spChg>
        <pc:spChg chg="del">
          <ac:chgData name="prakhar kochhar" userId="1a27a6da4cd97012" providerId="LiveId" clId="{5016AE1B-51E9-4681-94AF-07E349BEABEE}" dt="2024-11-07T05:16:45.379" v="6" actId="21"/>
          <ac:spMkLst>
            <pc:docMk/>
            <pc:sldMk cId="2242145815" sldId="265"/>
            <ac:spMk id="4" creationId="{B463CA51-0DB8-69E9-4CED-7559BD99EF84}"/>
          </ac:spMkLst>
        </pc:spChg>
        <pc:spChg chg="mod">
          <ac:chgData name="prakhar kochhar" userId="1a27a6da4cd97012" providerId="LiveId" clId="{5016AE1B-51E9-4681-94AF-07E349BEABEE}" dt="2024-11-09T00:21:06.468" v="131" actId="20577"/>
          <ac:spMkLst>
            <pc:docMk/>
            <pc:sldMk cId="2242145815" sldId="265"/>
            <ac:spMk id="5" creationId="{25A037F5-8001-D557-CB57-EDCBD7AB80AF}"/>
          </ac:spMkLst>
        </pc:spChg>
        <pc:spChg chg="add del mod">
          <ac:chgData name="prakhar kochhar" userId="1a27a6da4cd97012" providerId="LiveId" clId="{5016AE1B-51E9-4681-94AF-07E349BEABEE}" dt="2024-11-08T22:31:51.083" v="113" actId="478"/>
          <ac:spMkLst>
            <pc:docMk/>
            <pc:sldMk cId="2242145815" sldId="265"/>
            <ac:spMk id="10" creationId="{C4FF89BB-52FD-B19E-C1E4-447D8341508F}"/>
          </ac:spMkLst>
        </pc:spChg>
        <pc:spChg chg="add del mod">
          <ac:chgData name="prakhar kochhar" userId="1a27a6da4cd97012" providerId="LiveId" clId="{5016AE1B-51E9-4681-94AF-07E349BEABEE}" dt="2024-11-08T22:32:07.007" v="117" actId="478"/>
          <ac:spMkLst>
            <pc:docMk/>
            <pc:sldMk cId="2242145815" sldId="265"/>
            <ac:spMk id="11" creationId="{7B766B0A-2486-AB46-9004-13EA2AFA97A4}"/>
          </ac:spMkLst>
        </pc:spChg>
        <pc:spChg chg="add del mod">
          <ac:chgData name="prakhar kochhar" userId="1a27a6da4cd97012" providerId="LiveId" clId="{5016AE1B-51E9-4681-94AF-07E349BEABEE}" dt="2024-11-08T22:30:30.313" v="102"/>
          <ac:spMkLst>
            <pc:docMk/>
            <pc:sldMk cId="2242145815" sldId="265"/>
            <ac:spMk id="13" creationId="{A8CD3945-F332-0C72-36E2-AE5B7C278A08}"/>
          </ac:spMkLst>
        </pc:spChg>
        <pc:spChg chg="add del">
          <ac:chgData name="prakhar kochhar" userId="1a27a6da4cd97012" providerId="LiveId" clId="{5016AE1B-51E9-4681-94AF-07E349BEABEE}" dt="2024-11-07T05:30:04.166" v="37" actId="26606"/>
          <ac:spMkLst>
            <pc:docMk/>
            <pc:sldMk cId="2242145815" sldId="265"/>
            <ac:spMk id="22" creationId="{3011B0B3-5679-4759-90B8-3B908C4CBD21}"/>
          </ac:spMkLst>
        </pc:spChg>
        <pc:spChg chg="add del">
          <ac:chgData name="prakhar kochhar" userId="1a27a6da4cd97012" providerId="LiveId" clId="{5016AE1B-51E9-4681-94AF-07E349BEABEE}" dt="2024-11-07T05:30:04.166" v="37" actId="26606"/>
          <ac:spMkLst>
            <pc:docMk/>
            <pc:sldMk cId="2242145815" sldId="265"/>
            <ac:spMk id="26" creationId="{FD7373BA-7FC2-49C2-9DF2-F4FABEA6124A}"/>
          </ac:spMkLst>
        </pc:spChg>
        <pc:spChg chg="add">
          <ac:chgData name="prakhar kochhar" userId="1a27a6da4cd97012" providerId="LiveId" clId="{5016AE1B-51E9-4681-94AF-07E349BEABEE}" dt="2024-11-07T05:30:04.166" v="37" actId="26606"/>
          <ac:spMkLst>
            <pc:docMk/>
            <pc:sldMk cId="2242145815" sldId="265"/>
            <ac:spMk id="39" creationId="{3011B0B3-5679-4759-90B8-3B908C4CBD21}"/>
          </ac:spMkLst>
        </pc:spChg>
        <pc:spChg chg="add">
          <ac:chgData name="prakhar kochhar" userId="1a27a6da4cd97012" providerId="LiveId" clId="{5016AE1B-51E9-4681-94AF-07E349BEABEE}" dt="2024-11-07T05:30:04.166" v="37" actId="26606"/>
          <ac:spMkLst>
            <pc:docMk/>
            <pc:sldMk cId="2242145815" sldId="265"/>
            <ac:spMk id="43" creationId="{FD7373BA-7FC2-49C2-9DF2-F4FABEA6124A}"/>
          </ac:spMkLst>
        </pc:spChg>
        <pc:grpChg chg="add del">
          <ac:chgData name="prakhar kochhar" userId="1a27a6da4cd97012" providerId="LiveId" clId="{5016AE1B-51E9-4681-94AF-07E349BEABEE}" dt="2024-11-07T05:30:04.166" v="37" actId="26606"/>
          <ac:grpSpMkLst>
            <pc:docMk/>
            <pc:sldMk cId="2242145815" sldId="265"/>
            <ac:grpSpMk id="16" creationId="{F982E0B2-AA9C-441C-A08E-A9DF9CF12116}"/>
          </ac:grpSpMkLst>
        </pc:grpChg>
        <pc:grpChg chg="add">
          <ac:chgData name="prakhar kochhar" userId="1a27a6da4cd97012" providerId="LiveId" clId="{5016AE1B-51E9-4681-94AF-07E349BEABEE}" dt="2024-11-07T05:30:04.166" v="37" actId="26606"/>
          <ac:grpSpMkLst>
            <pc:docMk/>
            <pc:sldMk cId="2242145815" sldId="265"/>
            <ac:grpSpMk id="33" creationId="{F982E0B2-AA9C-441C-A08E-A9DF9CF12116}"/>
          </ac:grpSpMkLst>
        </pc:grpChg>
        <pc:graphicFrameChg chg="add mod">
          <ac:chgData name="prakhar kochhar" userId="1a27a6da4cd97012" providerId="LiveId" clId="{5016AE1B-51E9-4681-94AF-07E349BEABEE}" dt="2024-11-08T22:35:24.274" v="126" actId="14100"/>
          <ac:graphicFrameMkLst>
            <pc:docMk/>
            <pc:sldMk cId="2242145815" sldId="265"/>
            <ac:graphicFrameMk id="15" creationId="{195E8065-971D-407B-0B73-04C2C5D1D78E}"/>
          </ac:graphicFrameMkLst>
        </pc:graphicFrameChg>
        <pc:picChg chg="add del mod">
          <ac:chgData name="prakhar kochhar" userId="1a27a6da4cd97012" providerId="LiveId" clId="{5016AE1B-51E9-4681-94AF-07E349BEABEE}" dt="2024-11-08T22:27:08.765" v="93" actId="478"/>
          <ac:picMkLst>
            <pc:docMk/>
            <pc:sldMk cId="2242145815" sldId="265"/>
            <ac:picMk id="7" creationId="{EA1AB008-D314-BC24-A620-9956C03DCB9D}"/>
          </ac:picMkLst>
        </pc:picChg>
        <pc:picChg chg="add del mod">
          <ac:chgData name="prakhar kochhar" userId="1a27a6da4cd97012" providerId="LiveId" clId="{5016AE1B-51E9-4681-94AF-07E349BEABEE}" dt="2024-11-08T22:31:52.857" v="114" actId="478"/>
          <ac:picMkLst>
            <pc:docMk/>
            <pc:sldMk cId="2242145815" sldId="265"/>
            <ac:picMk id="9" creationId="{8B89364D-3844-CFB2-0D0F-36A20C5A1B0B}"/>
          </ac:picMkLst>
        </pc:picChg>
        <pc:cxnChg chg="add del">
          <ac:chgData name="prakhar kochhar" userId="1a27a6da4cd97012" providerId="LiveId" clId="{5016AE1B-51E9-4681-94AF-07E349BEABEE}" dt="2024-11-07T05:30:04.166" v="37" actId="26606"/>
          <ac:cxnSpMkLst>
            <pc:docMk/>
            <pc:sldMk cId="2242145815" sldId="265"/>
            <ac:cxnSpMk id="14" creationId="{701C0CAB-6A03-4C6A-9FAA-219847753628}"/>
          </ac:cxnSpMkLst>
        </pc:cxnChg>
        <pc:cxnChg chg="add del">
          <ac:chgData name="prakhar kochhar" userId="1a27a6da4cd97012" providerId="LiveId" clId="{5016AE1B-51E9-4681-94AF-07E349BEABEE}" dt="2024-11-07T05:30:04.166" v="37" actId="26606"/>
          <ac:cxnSpMkLst>
            <pc:docMk/>
            <pc:sldMk cId="2242145815" sldId="265"/>
            <ac:cxnSpMk id="24" creationId="{32E97E5C-7A5F-424E-AAE4-654396E90799}"/>
          </ac:cxnSpMkLst>
        </pc:cxnChg>
        <pc:cxnChg chg="add">
          <ac:chgData name="prakhar kochhar" userId="1a27a6da4cd97012" providerId="LiveId" clId="{5016AE1B-51E9-4681-94AF-07E349BEABEE}" dt="2024-11-07T05:30:04.166" v="37" actId="26606"/>
          <ac:cxnSpMkLst>
            <pc:docMk/>
            <pc:sldMk cId="2242145815" sldId="265"/>
            <ac:cxnSpMk id="31" creationId="{701C0CAB-6A03-4C6A-9FAA-219847753628}"/>
          </ac:cxnSpMkLst>
        </pc:cxnChg>
        <pc:cxnChg chg="add">
          <ac:chgData name="prakhar kochhar" userId="1a27a6da4cd97012" providerId="LiveId" clId="{5016AE1B-51E9-4681-94AF-07E349BEABEE}" dt="2024-11-07T05:30:04.166" v="37" actId="26606"/>
          <ac:cxnSpMkLst>
            <pc:docMk/>
            <pc:sldMk cId="2242145815" sldId="265"/>
            <ac:cxnSpMk id="41" creationId="{32E97E5C-7A5F-424E-AAE4-654396E90799}"/>
          </ac:cxnSpMkLst>
        </pc:cxnChg>
      </pc:sldChg>
      <pc:sldChg chg="addSp delSp modSp mod setBg">
        <pc:chgData name="prakhar kochhar" userId="1a27a6da4cd97012" providerId="LiveId" clId="{5016AE1B-51E9-4681-94AF-07E349BEABEE}" dt="2024-11-09T01:37:57.414" v="404" actId="1076"/>
        <pc:sldMkLst>
          <pc:docMk/>
          <pc:sldMk cId="1992992532" sldId="266"/>
        </pc:sldMkLst>
        <pc:spChg chg="mod">
          <ac:chgData name="prakhar kochhar" userId="1a27a6da4cd97012" providerId="LiveId" clId="{5016AE1B-51E9-4681-94AF-07E349BEABEE}" dt="2024-11-09T01:36:16.421" v="396" actId="26606"/>
          <ac:spMkLst>
            <pc:docMk/>
            <pc:sldMk cId="1992992532" sldId="266"/>
            <ac:spMk id="2" creationId="{6BB44489-C304-66B8-4845-EA056F18983A}"/>
          </ac:spMkLst>
        </pc:spChg>
        <pc:spChg chg="del mod">
          <ac:chgData name="prakhar kochhar" userId="1a27a6da4cd97012" providerId="LiveId" clId="{5016AE1B-51E9-4681-94AF-07E349BEABEE}" dt="2024-11-09T01:36:16.421" v="396" actId="26606"/>
          <ac:spMkLst>
            <pc:docMk/>
            <pc:sldMk cId="1992992532" sldId="266"/>
            <ac:spMk id="3" creationId="{22619476-7DF9-7ADB-46B2-87FB3FFF4AC3}"/>
          </ac:spMkLst>
        </pc:spChg>
        <pc:spChg chg="add">
          <ac:chgData name="prakhar kochhar" userId="1a27a6da4cd97012" providerId="LiveId" clId="{5016AE1B-51E9-4681-94AF-07E349BEABEE}" dt="2024-11-09T01:36:16.421" v="396" actId="26606"/>
          <ac:spMkLst>
            <pc:docMk/>
            <pc:sldMk cId="1992992532" sldId="266"/>
            <ac:spMk id="9" creationId="{EEE96A74-B62B-4642-AB22-7776A5F48CE7}"/>
          </ac:spMkLst>
        </pc:spChg>
        <pc:spChg chg="add">
          <ac:chgData name="prakhar kochhar" userId="1a27a6da4cd97012" providerId="LiveId" clId="{5016AE1B-51E9-4681-94AF-07E349BEABEE}" dt="2024-11-09T01:36:16.421" v="396" actId="26606"/>
          <ac:spMkLst>
            <pc:docMk/>
            <pc:sldMk cId="1992992532" sldId="266"/>
            <ac:spMk id="11" creationId="{8576A6EA-4B09-480F-BB03-9616027234E4}"/>
          </ac:spMkLst>
        </pc:spChg>
        <pc:graphicFrameChg chg="add mod">
          <ac:chgData name="prakhar kochhar" userId="1a27a6da4cd97012" providerId="LiveId" clId="{5016AE1B-51E9-4681-94AF-07E349BEABEE}" dt="2024-11-09T01:37:57.414" v="404" actId="1076"/>
          <ac:graphicFrameMkLst>
            <pc:docMk/>
            <pc:sldMk cId="1992992532" sldId="266"/>
            <ac:graphicFrameMk id="5" creationId="{78664D57-A46C-315F-AB44-24B416DCE368}"/>
          </ac:graphicFrameMkLst>
        </pc:graphicFrameChg>
      </pc:sldChg>
      <pc:sldChg chg="addSp modSp mod">
        <pc:chgData name="prakhar kochhar" userId="1a27a6da4cd97012" providerId="LiveId" clId="{5016AE1B-51E9-4681-94AF-07E349BEABEE}" dt="2024-11-09T01:04:27.832" v="235" actId="1076"/>
        <pc:sldMkLst>
          <pc:docMk/>
          <pc:sldMk cId="3865684211" sldId="268"/>
        </pc:sldMkLst>
        <pc:spChg chg="mod">
          <ac:chgData name="prakhar kochhar" userId="1a27a6da4cd97012" providerId="LiveId" clId="{5016AE1B-51E9-4681-94AF-07E349BEABEE}" dt="2024-11-09T01:03:03.311" v="207" actId="1076"/>
          <ac:spMkLst>
            <pc:docMk/>
            <pc:sldMk cId="3865684211" sldId="268"/>
            <ac:spMk id="3" creationId="{DC6DBEFB-4400-4DAF-D71B-0ACACF5DE727}"/>
          </ac:spMkLst>
        </pc:spChg>
        <pc:spChg chg="add mod">
          <ac:chgData name="prakhar kochhar" userId="1a27a6da4cd97012" providerId="LiveId" clId="{5016AE1B-51E9-4681-94AF-07E349BEABEE}" dt="2024-11-09T01:04:27.832" v="235" actId="1076"/>
          <ac:spMkLst>
            <pc:docMk/>
            <pc:sldMk cId="3865684211" sldId="268"/>
            <ac:spMk id="4" creationId="{2EE39BDE-DDDD-2ABF-EF97-9B80C1C3277C}"/>
          </ac:spMkLst>
        </pc:spChg>
      </pc:sldChg>
      <pc:sldChg chg="addSp delSp modSp new mod setBg addAnim delAnim">
        <pc:chgData name="prakhar kochhar" userId="1a27a6da4cd97012" providerId="LiveId" clId="{5016AE1B-51E9-4681-94AF-07E349BEABEE}" dt="2024-11-09T00:23:59.530" v="183" actId="1076"/>
        <pc:sldMkLst>
          <pc:docMk/>
          <pc:sldMk cId="3681155951" sldId="269"/>
        </pc:sldMkLst>
        <pc:spChg chg="mod ord">
          <ac:chgData name="prakhar kochhar" userId="1a27a6da4cd97012" providerId="LiveId" clId="{5016AE1B-51E9-4681-94AF-07E349BEABEE}" dt="2024-11-09T00:23:59.530" v="183" actId="1076"/>
          <ac:spMkLst>
            <pc:docMk/>
            <pc:sldMk cId="3681155951" sldId="269"/>
            <ac:spMk id="2" creationId="{047C8EE6-C22A-F66C-727E-39403EAF937F}"/>
          </ac:spMkLst>
        </pc:spChg>
        <pc:spChg chg="del">
          <ac:chgData name="prakhar kochhar" userId="1a27a6da4cd97012" providerId="LiveId" clId="{5016AE1B-51E9-4681-94AF-07E349BEABEE}" dt="2024-11-09T00:22:26.052" v="165" actId="21"/>
          <ac:spMkLst>
            <pc:docMk/>
            <pc:sldMk cId="3681155951" sldId="269"/>
            <ac:spMk id="3" creationId="{CD9607EF-F2FA-E400-6DBA-6F54743411D6}"/>
          </ac:spMkLst>
        </pc:spChg>
        <pc:spChg chg="add del">
          <ac:chgData name="prakhar kochhar" userId="1a27a6da4cd97012" providerId="LiveId" clId="{5016AE1B-51E9-4681-94AF-07E349BEABEE}" dt="2024-11-09T00:23:10.254" v="171" actId="26606"/>
          <ac:spMkLst>
            <pc:docMk/>
            <pc:sldMk cId="3681155951" sldId="269"/>
            <ac:spMk id="18" creationId="{3011B0B3-5679-4759-90B8-3B908C4CBD21}"/>
          </ac:spMkLst>
        </pc:spChg>
        <pc:spChg chg="add del">
          <ac:chgData name="prakhar kochhar" userId="1a27a6da4cd97012" providerId="LiveId" clId="{5016AE1B-51E9-4681-94AF-07E349BEABEE}" dt="2024-11-09T00:23:10.254" v="171" actId="26606"/>
          <ac:spMkLst>
            <pc:docMk/>
            <pc:sldMk cId="3681155951" sldId="269"/>
            <ac:spMk id="20" creationId="{767E5D14-5396-4D7B-996A-7BFD00576139}"/>
          </ac:spMkLst>
        </pc:spChg>
        <pc:spChg chg="add">
          <ac:chgData name="prakhar kochhar" userId="1a27a6da4cd97012" providerId="LiveId" clId="{5016AE1B-51E9-4681-94AF-07E349BEABEE}" dt="2024-11-09T00:23:10.268" v="172" actId="26606"/>
          <ac:spMkLst>
            <pc:docMk/>
            <pc:sldMk cId="3681155951" sldId="269"/>
            <ac:spMk id="41" creationId="{CA5B2A81-2C8E-4963-AFD4-E539D168B475}"/>
          </ac:spMkLst>
        </pc:spChg>
        <pc:grpChg chg="add del">
          <ac:chgData name="prakhar kochhar" userId="1a27a6da4cd97012" providerId="LiveId" clId="{5016AE1B-51E9-4681-94AF-07E349BEABEE}" dt="2024-11-09T00:23:10.254" v="171" actId="26606"/>
          <ac:grpSpMkLst>
            <pc:docMk/>
            <pc:sldMk cId="3681155951" sldId="269"/>
            <ac:grpSpMk id="12" creationId="{F982E0B2-AA9C-441C-A08E-A9DF9CF12116}"/>
          </ac:grpSpMkLst>
        </pc:grpChg>
        <pc:grpChg chg="add del">
          <ac:chgData name="prakhar kochhar" userId="1a27a6da4cd97012" providerId="LiveId" clId="{5016AE1B-51E9-4681-94AF-07E349BEABEE}" dt="2024-11-09T00:23:10.254" v="171" actId="26606"/>
          <ac:grpSpMkLst>
            <pc:docMk/>
            <pc:sldMk cId="3681155951" sldId="269"/>
            <ac:grpSpMk id="22" creationId="{785708A7-99B4-41EE-8012-C176C8AA44C0}"/>
          </ac:grpSpMkLst>
        </pc:grpChg>
        <pc:grpChg chg="add">
          <ac:chgData name="prakhar kochhar" userId="1a27a6da4cd97012" providerId="LiveId" clId="{5016AE1B-51E9-4681-94AF-07E349BEABEE}" dt="2024-11-09T00:23:10.268" v="172" actId="26606"/>
          <ac:grpSpMkLst>
            <pc:docMk/>
            <pc:sldMk cId="3681155951" sldId="269"/>
            <ac:grpSpMk id="38" creationId="{F982E0B2-AA9C-441C-A08E-A9DF9CF12116}"/>
          </ac:grpSpMkLst>
        </pc:grpChg>
        <pc:picChg chg="add mod">
          <ac:chgData name="prakhar kochhar" userId="1a27a6da4cd97012" providerId="LiveId" clId="{5016AE1B-51E9-4681-94AF-07E349BEABEE}" dt="2024-11-09T00:23:48.868" v="181" actId="14100"/>
          <ac:picMkLst>
            <pc:docMk/>
            <pc:sldMk cId="3681155951" sldId="269"/>
            <ac:picMk id="5" creationId="{F7BACAED-3B6C-3CF2-A14A-4D098A1A4AA9}"/>
          </ac:picMkLst>
        </pc:picChg>
        <pc:cxnChg chg="add del">
          <ac:chgData name="prakhar kochhar" userId="1a27a6da4cd97012" providerId="LiveId" clId="{5016AE1B-51E9-4681-94AF-07E349BEABEE}" dt="2024-11-09T00:23:10.254" v="171" actId="26606"/>
          <ac:cxnSpMkLst>
            <pc:docMk/>
            <pc:sldMk cId="3681155951" sldId="269"/>
            <ac:cxnSpMk id="10" creationId="{701C0CAB-6A03-4C6A-9FAA-219847753628}"/>
          </ac:cxnSpMkLst>
        </pc:cxnChg>
        <pc:cxnChg chg="add">
          <ac:chgData name="prakhar kochhar" userId="1a27a6da4cd97012" providerId="LiveId" clId="{5016AE1B-51E9-4681-94AF-07E349BEABEE}" dt="2024-11-09T00:23:10.268" v="172" actId="26606"/>
          <ac:cxnSpMkLst>
            <pc:docMk/>
            <pc:sldMk cId="3681155951" sldId="269"/>
            <ac:cxnSpMk id="37" creationId="{701C0CAB-6A03-4C6A-9FAA-219847753628}"/>
          </ac:cxnSpMkLst>
        </pc:cxnChg>
        <pc:cxnChg chg="add">
          <ac:chgData name="prakhar kochhar" userId="1a27a6da4cd97012" providerId="LiveId" clId="{5016AE1B-51E9-4681-94AF-07E349BEABEE}" dt="2024-11-09T00:23:10.268" v="172" actId="26606"/>
          <ac:cxnSpMkLst>
            <pc:docMk/>
            <pc:sldMk cId="3681155951" sldId="269"/>
            <ac:cxnSpMk id="42" creationId="{9E7C23BC-DAA6-40E1-8166-B8C4439D1430}"/>
          </ac:cxnSpMkLst>
        </pc:cxnChg>
      </pc:sldChg>
      <pc:sldChg chg="addSp delSp modSp new mod setBg">
        <pc:chgData name="prakhar kochhar" userId="1a27a6da4cd97012" providerId="LiveId" clId="{5016AE1B-51E9-4681-94AF-07E349BEABEE}" dt="2024-11-09T01:15:24.848" v="312" actId="12"/>
        <pc:sldMkLst>
          <pc:docMk/>
          <pc:sldMk cId="4267057810" sldId="270"/>
        </pc:sldMkLst>
        <pc:spChg chg="mod">
          <ac:chgData name="prakhar kochhar" userId="1a27a6da4cd97012" providerId="LiveId" clId="{5016AE1B-51E9-4681-94AF-07E349BEABEE}" dt="2024-11-09T01:10:20.855" v="262" actId="26606"/>
          <ac:spMkLst>
            <pc:docMk/>
            <pc:sldMk cId="4267057810" sldId="270"/>
            <ac:spMk id="2" creationId="{4F587A1B-F5D2-A37E-5E3A-85E311ED2725}"/>
          </ac:spMkLst>
        </pc:spChg>
        <pc:spChg chg="add del mod ord">
          <ac:chgData name="prakhar kochhar" userId="1a27a6da4cd97012" providerId="LiveId" clId="{5016AE1B-51E9-4681-94AF-07E349BEABEE}" dt="2024-11-09T01:11:11.980" v="267" actId="26606"/>
          <ac:spMkLst>
            <pc:docMk/>
            <pc:sldMk cId="4267057810" sldId="270"/>
            <ac:spMk id="3" creationId="{D64A0E62-E27E-E5E4-AF7B-27E74B38DD75}"/>
          </ac:spMkLst>
        </pc:spChg>
        <pc:spChg chg="add del">
          <ac:chgData name="prakhar kochhar" userId="1a27a6da4cd97012" providerId="LiveId" clId="{5016AE1B-51E9-4681-94AF-07E349BEABEE}" dt="2024-11-09T01:09:37.129" v="255" actId="26606"/>
          <ac:spMkLst>
            <pc:docMk/>
            <pc:sldMk cId="4267057810" sldId="270"/>
            <ac:spMk id="10" creationId="{1AEB7F98-32EC-40D3-89EE-C8433023163A}"/>
          </ac:spMkLst>
        </pc:spChg>
        <pc:spChg chg="add del">
          <ac:chgData name="prakhar kochhar" userId="1a27a6da4cd97012" providerId="LiveId" clId="{5016AE1B-51E9-4681-94AF-07E349BEABEE}" dt="2024-11-09T01:09:37.129" v="255" actId="26606"/>
          <ac:spMkLst>
            <pc:docMk/>
            <pc:sldMk cId="4267057810" sldId="270"/>
            <ac:spMk id="14" creationId="{DAD9000E-708C-464D-A86F-4ABE391B6BE8}"/>
          </ac:spMkLst>
        </pc:spChg>
        <pc:spChg chg="add del">
          <ac:chgData name="prakhar kochhar" userId="1a27a6da4cd97012" providerId="LiveId" clId="{5016AE1B-51E9-4681-94AF-07E349BEABEE}" dt="2024-11-09T01:10:20.855" v="262" actId="26606"/>
          <ac:spMkLst>
            <pc:docMk/>
            <pc:sldMk cId="4267057810" sldId="270"/>
            <ac:spMk id="19" creationId="{369F5FE0-EBCF-4A14-AF3D-1ADCD6443E6F}"/>
          </ac:spMkLst>
        </pc:spChg>
        <pc:spChg chg="add del">
          <ac:chgData name="prakhar kochhar" userId="1a27a6da4cd97012" providerId="LiveId" clId="{5016AE1B-51E9-4681-94AF-07E349BEABEE}" dt="2024-11-09T01:11:11.980" v="267" actId="26606"/>
          <ac:spMkLst>
            <pc:docMk/>
            <pc:sldMk cId="4267057810" sldId="270"/>
            <ac:spMk id="24" creationId="{DB66C9CD-6BF4-44CA-8078-0BB819080761}"/>
          </ac:spMkLst>
        </pc:spChg>
        <pc:spChg chg="add mod">
          <ac:chgData name="prakhar kochhar" userId="1a27a6da4cd97012" providerId="LiveId" clId="{5016AE1B-51E9-4681-94AF-07E349BEABEE}" dt="2024-11-09T01:15:24.848" v="312" actId="12"/>
          <ac:spMkLst>
            <pc:docMk/>
            <pc:sldMk cId="4267057810" sldId="270"/>
            <ac:spMk id="30" creationId="{D64A0E62-E27E-E5E4-AF7B-27E74B38DD75}"/>
          </ac:spMkLst>
        </pc:spChg>
        <pc:spChg chg="add">
          <ac:chgData name="prakhar kochhar" userId="1a27a6da4cd97012" providerId="LiveId" clId="{5016AE1B-51E9-4681-94AF-07E349BEABEE}" dt="2024-11-09T01:11:11.980" v="267" actId="26606"/>
          <ac:spMkLst>
            <pc:docMk/>
            <pc:sldMk cId="4267057810" sldId="270"/>
            <ac:spMk id="31" creationId="{DB66C9CD-6BF4-44CA-8078-0BB819080761}"/>
          </ac:spMkLst>
        </pc:spChg>
        <pc:graphicFrameChg chg="add del">
          <ac:chgData name="prakhar kochhar" userId="1a27a6da4cd97012" providerId="LiveId" clId="{5016AE1B-51E9-4681-94AF-07E349BEABEE}" dt="2024-11-09T01:11:11.971" v="266" actId="26606"/>
          <ac:graphicFrameMkLst>
            <pc:docMk/>
            <pc:sldMk cId="4267057810" sldId="270"/>
            <ac:graphicFrameMk id="28" creationId="{8041A90D-8BE7-A1D5-C757-D8989672C9C8}"/>
          </ac:graphicFrameMkLst>
        </pc:graphicFrameChg>
        <pc:picChg chg="add mod">
          <ac:chgData name="prakhar kochhar" userId="1a27a6da4cd97012" providerId="LiveId" clId="{5016AE1B-51E9-4681-94AF-07E349BEABEE}" dt="2024-11-09T01:10:20.855" v="262" actId="26606"/>
          <ac:picMkLst>
            <pc:docMk/>
            <pc:sldMk cId="4267057810" sldId="270"/>
            <ac:picMk id="7" creationId="{9B27D646-6BDB-786D-447E-6ABDC8793DE7}"/>
          </ac:picMkLst>
        </pc:picChg>
        <pc:cxnChg chg="add del">
          <ac:chgData name="prakhar kochhar" userId="1a27a6da4cd97012" providerId="LiveId" clId="{5016AE1B-51E9-4681-94AF-07E349BEABEE}" dt="2024-11-09T01:09:37.129" v="255" actId="26606"/>
          <ac:cxnSpMkLst>
            <pc:docMk/>
            <pc:sldMk cId="4267057810" sldId="270"/>
            <ac:cxnSpMk id="12" creationId="{77C6DF49-CBE3-4038-AC78-35DE4FD7CE8E}"/>
          </ac:cxnSpMkLst>
        </pc:cxnChg>
        <pc:cxnChg chg="add del">
          <ac:chgData name="prakhar kochhar" userId="1a27a6da4cd97012" providerId="LiveId" clId="{5016AE1B-51E9-4681-94AF-07E349BEABEE}" dt="2024-11-09T01:11:11.980" v="267" actId="26606"/>
          <ac:cxnSpMkLst>
            <pc:docMk/>
            <pc:sldMk cId="4267057810" sldId="270"/>
            <ac:cxnSpMk id="26" creationId="{77C6DF49-CBE3-4038-AC78-35DE4FD7CE8E}"/>
          </ac:cxnSpMkLst>
        </pc:cxnChg>
        <pc:cxnChg chg="add">
          <ac:chgData name="prakhar kochhar" userId="1a27a6da4cd97012" providerId="LiveId" clId="{5016AE1B-51E9-4681-94AF-07E349BEABEE}" dt="2024-11-09T01:11:11.980" v="267" actId="26606"/>
          <ac:cxnSpMkLst>
            <pc:docMk/>
            <pc:sldMk cId="4267057810" sldId="270"/>
            <ac:cxnSpMk id="33" creationId="{77C6DF49-CBE3-4038-AC78-35DE4FD7CE8E}"/>
          </ac:cxnSpMkLst>
        </pc:cxnChg>
      </pc:sldChg>
      <pc:sldChg chg="addSp modSp new mod setBg">
        <pc:chgData name="prakhar kochhar" userId="1a27a6da4cd97012" providerId="LiveId" clId="{5016AE1B-51E9-4681-94AF-07E349BEABEE}" dt="2024-11-09T01:57:32.676" v="445" actId="1076"/>
        <pc:sldMkLst>
          <pc:docMk/>
          <pc:sldMk cId="3214851569" sldId="271"/>
        </pc:sldMkLst>
        <pc:spChg chg="mod">
          <ac:chgData name="prakhar kochhar" userId="1a27a6da4cd97012" providerId="LiveId" clId="{5016AE1B-51E9-4681-94AF-07E349BEABEE}" dt="2024-11-09T01:57:32.676" v="445" actId="1076"/>
          <ac:spMkLst>
            <pc:docMk/>
            <pc:sldMk cId="3214851569" sldId="271"/>
            <ac:spMk id="2" creationId="{FFC8726D-588A-5660-B62A-8EE175252156}"/>
          </ac:spMkLst>
        </pc:spChg>
        <pc:spChg chg="mod">
          <ac:chgData name="prakhar kochhar" userId="1a27a6da4cd97012" providerId="LiveId" clId="{5016AE1B-51E9-4681-94AF-07E349BEABEE}" dt="2024-11-09T01:57:11.186" v="442" actId="1076"/>
          <ac:spMkLst>
            <pc:docMk/>
            <pc:sldMk cId="3214851569" sldId="271"/>
            <ac:spMk id="3" creationId="{F15ED214-37B0-CAD0-C1A4-7B2ADD32E131}"/>
          </ac:spMkLst>
        </pc:spChg>
        <pc:spChg chg="add">
          <ac:chgData name="prakhar kochhar" userId="1a27a6da4cd97012" providerId="LiveId" clId="{5016AE1B-51E9-4681-94AF-07E349BEABEE}" dt="2024-11-09T01:13:43.923" v="297" actId="26606"/>
          <ac:spMkLst>
            <pc:docMk/>
            <pc:sldMk cId="3214851569" sldId="271"/>
            <ac:spMk id="10" creationId="{DB66C9CD-6BF4-44CA-8078-0BB819080761}"/>
          </ac:spMkLst>
        </pc:spChg>
        <pc:picChg chg="add">
          <ac:chgData name="prakhar kochhar" userId="1a27a6da4cd97012" providerId="LiveId" clId="{5016AE1B-51E9-4681-94AF-07E349BEABEE}" dt="2024-11-09T01:13:43.923" v="297" actId="26606"/>
          <ac:picMkLst>
            <pc:docMk/>
            <pc:sldMk cId="3214851569" sldId="271"/>
            <ac:picMk id="7" creationId="{A16D28FB-D072-E4EC-5D41-636647CDF4E6}"/>
          </ac:picMkLst>
        </pc:picChg>
        <pc:cxnChg chg="add">
          <ac:chgData name="prakhar kochhar" userId="1a27a6da4cd97012" providerId="LiveId" clId="{5016AE1B-51E9-4681-94AF-07E349BEABEE}" dt="2024-11-09T01:13:43.923" v="297" actId="26606"/>
          <ac:cxnSpMkLst>
            <pc:docMk/>
            <pc:sldMk cId="3214851569" sldId="271"/>
            <ac:cxnSpMk id="12" creationId="{77C6DF49-CBE3-4038-AC78-35DE4FD7CE8E}"/>
          </ac:cxnSpMkLst>
        </pc:cxnChg>
      </pc:sldChg>
      <pc:sldChg chg="addSp delSp modSp new mod setBg">
        <pc:chgData name="prakhar kochhar" userId="1a27a6da4cd97012" providerId="LiveId" clId="{5016AE1B-51E9-4681-94AF-07E349BEABEE}" dt="2024-11-09T01:20:41.355" v="324" actId="26606"/>
        <pc:sldMkLst>
          <pc:docMk/>
          <pc:sldMk cId="1986685952" sldId="272"/>
        </pc:sldMkLst>
        <pc:spChg chg="mod">
          <ac:chgData name="prakhar kochhar" userId="1a27a6da4cd97012" providerId="LiveId" clId="{5016AE1B-51E9-4681-94AF-07E349BEABEE}" dt="2024-11-09T01:20:41.355" v="324" actId="26606"/>
          <ac:spMkLst>
            <pc:docMk/>
            <pc:sldMk cId="1986685952" sldId="272"/>
            <ac:spMk id="2" creationId="{02A48D49-3ADD-5F78-3F6F-AD8830D50FD2}"/>
          </ac:spMkLst>
        </pc:spChg>
        <pc:spChg chg="del mod">
          <ac:chgData name="prakhar kochhar" userId="1a27a6da4cd97012" providerId="LiveId" clId="{5016AE1B-51E9-4681-94AF-07E349BEABEE}" dt="2024-11-09T01:20:41.355" v="324" actId="26606"/>
          <ac:spMkLst>
            <pc:docMk/>
            <pc:sldMk cId="1986685952" sldId="272"/>
            <ac:spMk id="3" creationId="{A2C1E795-971C-C024-FAFC-2C7D71A55332}"/>
          </ac:spMkLst>
        </pc:spChg>
        <pc:spChg chg="add">
          <ac:chgData name="prakhar kochhar" userId="1a27a6da4cd97012" providerId="LiveId" clId="{5016AE1B-51E9-4681-94AF-07E349BEABEE}" dt="2024-11-09T01:20:41.355" v="324" actId="26606"/>
          <ac:spMkLst>
            <pc:docMk/>
            <pc:sldMk cId="1986685952" sldId="272"/>
            <ac:spMk id="9" creationId="{EEE96A74-B62B-4642-AB22-7776A5F48CE7}"/>
          </ac:spMkLst>
        </pc:spChg>
        <pc:spChg chg="add">
          <ac:chgData name="prakhar kochhar" userId="1a27a6da4cd97012" providerId="LiveId" clId="{5016AE1B-51E9-4681-94AF-07E349BEABEE}" dt="2024-11-09T01:20:41.355" v="324" actId="26606"/>
          <ac:spMkLst>
            <pc:docMk/>
            <pc:sldMk cId="1986685952" sldId="272"/>
            <ac:spMk id="11" creationId="{8576A6EA-4B09-480F-BB03-9616027234E4}"/>
          </ac:spMkLst>
        </pc:spChg>
        <pc:graphicFrameChg chg="add">
          <ac:chgData name="prakhar kochhar" userId="1a27a6da4cd97012" providerId="LiveId" clId="{5016AE1B-51E9-4681-94AF-07E349BEABEE}" dt="2024-11-09T01:20:41.355" v="324" actId="26606"/>
          <ac:graphicFrameMkLst>
            <pc:docMk/>
            <pc:sldMk cId="1986685952" sldId="272"/>
            <ac:graphicFrameMk id="5" creationId="{5AD3C5E3-6ED1-11C6-007E-5B4BA160F572}"/>
          </ac:graphicFrameMkLst>
        </pc:graphicFrameChg>
      </pc:sldChg>
      <pc:sldChg chg="addSp delSp modSp new mod setBg">
        <pc:chgData name="prakhar kochhar" userId="1a27a6da4cd97012" providerId="LiveId" clId="{5016AE1B-51E9-4681-94AF-07E349BEABEE}" dt="2024-11-09T01:46:17.968" v="439" actId="14100"/>
        <pc:sldMkLst>
          <pc:docMk/>
          <pc:sldMk cId="1644745153" sldId="273"/>
        </pc:sldMkLst>
        <pc:spChg chg="mod">
          <ac:chgData name="prakhar kochhar" userId="1a27a6da4cd97012" providerId="LiveId" clId="{5016AE1B-51E9-4681-94AF-07E349BEABEE}" dt="2024-11-09T01:45:26.747" v="431" actId="26606"/>
          <ac:spMkLst>
            <pc:docMk/>
            <pc:sldMk cId="1644745153" sldId="273"/>
            <ac:spMk id="2" creationId="{1059A026-5B4B-B38B-1543-EACE224EC2D0}"/>
          </ac:spMkLst>
        </pc:spChg>
        <pc:spChg chg="del mod">
          <ac:chgData name="prakhar kochhar" userId="1a27a6da4cd97012" providerId="LiveId" clId="{5016AE1B-51E9-4681-94AF-07E349BEABEE}" dt="2024-11-09T01:45:26.747" v="431" actId="26606"/>
          <ac:spMkLst>
            <pc:docMk/>
            <pc:sldMk cId="1644745153" sldId="273"/>
            <ac:spMk id="3" creationId="{95DB9952-89F2-CF0C-6AF8-826D87A5775D}"/>
          </ac:spMkLst>
        </pc:spChg>
        <pc:spChg chg="add">
          <ac:chgData name="prakhar kochhar" userId="1a27a6da4cd97012" providerId="LiveId" clId="{5016AE1B-51E9-4681-94AF-07E349BEABEE}" dt="2024-11-09T01:45:26.747" v="431" actId="26606"/>
          <ac:spMkLst>
            <pc:docMk/>
            <pc:sldMk cId="1644745153" sldId="273"/>
            <ac:spMk id="9" creationId="{EEE96A74-B62B-4642-AB22-7776A5F48CE7}"/>
          </ac:spMkLst>
        </pc:spChg>
        <pc:spChg chg="add">
          <ac:chgData name="prakhar kochhar" userId="1a27a6da4cd97012" providerId="LiveId" clId="{5016AE1B-51E9-4681-94AF-07E349BEABEE}" dt="2024-11-09T01:45:26.747" v="431" actId="26606"/>
          <ac:spMkLst>
            <pc:docMk/>
            <pc:sldMk cId="1644745153" sldId="273"/>
            <ac:spMk id="11" creationId="{8576A6EA-4B09-480F-BB03-9616027234E4}"/>
          </ac:spMkLst>
        </pc:spChg>
        <pc:graphicFrameChg chg="add mod">
          <ac:chgData name="prakhar kochhar" userId="1a27a6da4cd97012" providerId="LiveId" clId="{5016AE1B-51E9-4681-94AF-07E349BEABEE}" dt="2024-11-09T01:46:17.968" v="439" actId="14100"/>
          <ac:graphicFrameMkLst>
            <pc:docMk/>
            <pc:sldMk cId="1644745153" sldId="273"/>
            <ac:graphicFrameMk id="5" creationId="{D07FD44E-1F1F-CA9A-BD76-139777C1B979}"/>
          </ac:graphicFrameMkLst>
        </pc:graphicFrameChg>
      </pc:sldChg>
      <pc:sldChg chg="modSp new add del mod">
        <pc:chgData name="prakhar kochhar" userId="1a27a6da4cd97012" providerId="LiveId" clId="{5016AE1B-51E9-4681-94AF-07E349BEABEE}" dt="2024-11-09T01:32:04.264" v="382" actId="2696"/>
        <pc:sldMkLst>
          <pc:docMk/>
          <pc:sldMk cId="3008051904" sldId="273"/>
        </pc:sldMkLst>
        <pc:spChg chg="mod">
          <ac:chgData name="prakhar kochhar" userId="1a27a6da4cd97012" providerId="LiveId" clId="{5016AE1B-51E9-4681-94AF-07E349BEABEE}" dt="2024-11-09T01:27:38.525" v="362"/>
          <ac:spMkLst>
            <pc:docMk/>
            <pc:sldMk cId="3008051904" sldId="273"/>
            <ac:spMk id="3" creationId="{63098121-CF18-68CB-89E1-7C913B96834A}"/>
          </ac:spMkLst>
        </pc:spChg>
      </pc:sldChg>
    </pc:docChg>
  </pc:docChgLst>
  <pc:docChgLst>
    <pc:chgData name="prakhar kochhar" userId="1a27a6da4cd97012" providerId="LiveId" clId="{897A6174-7593-48E5-AD7E-A1F52223E46C}"/>
    <pc:docChg chg="undo custSel addSld delSld modSld sldOrd addMainMaster delMainMaster">
      <pc:chgData name="prakhar kochhar" userId="1a27a6da4cd97012" providerId="LiveId" clId="{897A6174-7593-48E5-AD7E-A1F52223E46C}" dt="2024-11-04T14:35:50.632" v="1764" actId="1076"/>
      <pc:docMkLst>
        <pc:docMk/>
      </pc:docMkLst>
      <pc:sldChg chg="addSp delSp modSp new del mod setBg modClrScheme addAnim chgLayout">
        <pc:chgData name="prakhar kochhar" userId="1a27a6da4cd97012" providerId="LiveId" clId="{897A6174-7593-48E5-AD7E-A1F52223E46C}" dt="2024-11-04T12:16:48.247" v="12" actId="2696"/>
        <pc:sldMkLst>
          <pc:docMk/>
          <pc:sldMk cId="655819054" sldId="256"/>
        </pc:sldMkLst>
        <pc:spChg chg="mod">
          <ac:chgData name="prakhar kochhar" userId="1a27a6da4cd97012" providerId="LiveId" clId="{897A6174-7593-48E5-AD7E-A1F52223E46C}" dt="2024-11-04T12:16:34.177" v="11" actId="21"/>
          <ac:spMkLst>
            <pc:docMk/>
            <pc:sldMk cId="655819054" sldId="256"/>
            <ac:spMk id="2" creationId="{670B8BE3-6A83-CFC3-5F53-A24BDDA8D8C9}"/>
          </ac:spMkLst>
        </pc:spChg>
        <pc:spChg chg="del">
          <ac:chgData name="prakhar kochhar" userId="1a27a6da4cd97012" providerId="LiveId" clId="{897A6174-7593-48E5-AD7E-A1F52223E46C}" dt="2024-11-04T12:15:17.290" v="7" actId="21"/>
          <ac:spMkLst>
            <pc:docMk/>
            <pc:sldMk cId="655819054" sldId="256"/>
            <ac:spMk id="3" creationId="{4B9765C2-B179-0CD5-D119-059E8280AAD8}"/>
          </ac:spMkLst>
        </pc:spChg>
        <pc:spChg chg="add del">
          <ac:chgData name="prakhar kochhar" userId="1a27a6da4cd97012" providerId="LiveId" clId="{897A6174-7593-48E5-AD7E-A1F52223E46C}" dt="2024-11-04T12:16:03.149" v="10" actId="26606"/>
          <ac:spMkLst>
            <pc:docMk/>
            <pc:sldMk cId="655819054" sldId="256"/>
            <ac:spMk id="8" creationId="{9B45BA4C-9B54-4496-821F-9E0985CA984D}"/>
          </ac:spMkLst>
        </pc:spChg>
        <pc:spChg chg="add del">
          <ac:chgData name="prakhar kochhar" userId="1a27a6da4cd97012" providerId="LiveId" clId="{897A6174-7593-48E5-AD7E-A1F52223E46C}" dt="2024-11-04T12:16:03.149" v="10" actId="26606"/>
          <ac:spMkLst>
            <pc:docMk/>
            <pc:sldMk cId="655819054" sldId="256"/>
            <ac:spMk id="10" creationId="{85E1BB9D-FAFF-4C3E-9E44-13F8FBABCD62}"/>
          </ac:spMkLst>
        </pc:spChg>
        <pc:spChg chg="add del">
          <ac:chgData name="prakhar kochhar" userId="1a27a6da4cd97012" providerId="LiveId" clId="{897A6174-7593-48E5-AD7E-A1F52223E46C}" dt="2024-11-04T12:16:03.149" v="10" actId="26606"/>
          <ac:spMkLst>
            <pc:docMk/>
            <pc:sldMk cId="655819054" sldId="256"/>
            <ac:spMk id="12" creationId="{A8DDC302-DBEC-4742-B54B-5E9AAFE96961}"/>
          </ac:spMkLst>
        </pc:spChg>
        <pc:spChg chg="add">
          <ac:chgData name="prakhar kochhar" userId="1a27a6da4cd97012" providerId="LiveId" clId="{897A6174-7593-48E5-AD7E-A1F52223E46C}" dt="2024-11-04T12:16:03.149" v="10" actId="26606"/>
          <ac:spMkLst>
            <pc:docMk/>
            <pc:sldMk cId="655819054" sldId="256"/>
            <ac:spMk id="17" creationId="{8C448D53-ACA1-4CA4-B08A-09FB0780C79A}"/>
          </ac:spMkLst>
        </pc:spChg>
        <pc:picChg chg="add mod">
          <ac:chgData name="prakhar kochhar" userId="1a27a6da4cd97012" providerId="LiveId" clId="{897A6174-7593-48E5-AD7E-A1F52223E46C}" dt="2024-11-04T12:16:03.149" v="10" actId="26606"/>
          <ac:picMkLst>
            <pc:docMk/>
            <pc:sldMk cId="655819054" sldId="256"/>
            <ac:picMk id="4" creationId="{44D351B1-A7BC-2A99-E090-9FAB0890E0CE}"/>
          </ac:picMkLst>
        </pc:picChg>
        <pc:cxnChg chg="add">
          <ac:chgData name="prakhar kochhar" userId="1a27a6da4cd97012" providerId="LiveId" clId="{897A6174-7593-48E5-AD7E-A1F52223E46C}" dt="2024-11-04T12:16:03.149" v="10" actId="26606"/>
          <ac:cxnSpMkLst>
            <pc:docMk/>
            <pc:sldMk cId="655819054" sldId="256"/>
            <ac:cxnSpMk id="19" creationId="{3B5719CE-F76F-4313-9A48-ADF79E67BB39}"/>
          </ac:cxnSpMkLst>
        </pc:cxnChg>
      </pc:sldChg>
      <pc:sldChg chg="addSp delSp modSp new mod setBg modClrScheme addAnim chgLayout">
        <pc:chgData name="prakhar kochhar" userId="1a27a6da4cd97012" providerId="LiveId" clId="{897A6174-7593-48E5-AD7E-A1F52223E46C}" dt="2024-11-04T12:24:44.801" v="50" actId="207"/>
        <pc:sldMkLst>
          <pc:docMk/>
          <pc:sldMk cId="666137095" sldId="256"/>
        </pc:sldMkLst>
        <pc:spChg chg="mod ord">
          <ac:chgData name="prakhar kochhar" userId="1a27a6da4cd97012" providerId="LiveId" clId="{897A6174-7593-48E5-AD7E-A1F52223E46C}" dt="2024-11-04T12:24:44.801" v="50" actId="207"/>
          <ac:spMkLst>
            <pc:docMk/>
            <pc:sldMk cId="666137095" sldId="256"/>
            <ac:spMk id="2" creationId="{405FE480-B26E-7553-EA23-4A9D80836365}"/>
          </ac:spMkLst>
        </pc:spChg>
        <pc:spChg chg="del">
          <ac:chgData name="prakhar kochhar" userId="1a27a6da4cd97012" providerId="LiveId" clId="{897A6174-7593-48E5-AD7E-A1F52223E46C}" dt="2024-11-04T12:17:08.793" v="16" actId="21"/>
          <ac:spMkLst>
            <pc:docMk/>
            <pc:sldMk cId="666137095" sldId="256"/>
            <ac:spMk id="3" creationId="{D278A471-247F-A5B9-0CDF-987BA7F8C1CE}"/>
          </ac:spMkLst>
        </pc:spChg>
        <pc:spChg chg="add del mod">
          <ac:chgData name="prakhar kochhar" userId="1a27a6da4cd97012" providerId="LiveId" clId="{897A6174-7593-48E5-AD7E-A1F52223E46C}" dt="2024-11-04T12:19:06.792" v="28" actId="21"/>
          <ac:spMkLst>
            <pc:docMk/>
            <pc:sldMk cId="666137095" sldId="256"/>
            <ac:spMk id="5" creationId="{7BF428EB-C94A-FE3F-8AEF-24418677EB8B}"/>
          </ac:spMkLst>
        </pc:spChg>
        <pc:spChg chg="add del">
          <ac:chgData name="prakhar kochhar" userId="1a27a6da4cd97012" providerId="LiveId" clId="{897A6174-7593-48E5-AD7E-A1F52223E46C}" dt="2024-11-04T12:23:19.071" v="36" actId="26606"/>
          <ac:spMkLst>
            <pc:docMk/>
            <pc:sldMk cId="666137095" sldId="256"/>
            <ac:spMk id="8" creationId="{CA5B2A81-2C8E-4963-AFD4-E539D168B475}"/>
          </ac:spMkLst>
        </pc:spChg>
        <pc:spChg chg="add del">
          <ac:chgData name="prakhar kochhar" userId="1a27a6da4cd97012" providerId="LiveId" clId="{897A6174-7593-48E5-AD7E-A1F52223E46C}" dt="2024-11-04T12:22:30.884" v="33" actId="26606"/>
          <ac:spMkLst>
            <pc:docMk/>
            <pc:sldMk cId="666137095" sldId="256"/>
            <ac:spMk id="15" creationId="{3011B0B3-5679-4759-90B8-3B908C4CBD21}"/>
          </ac:spMkLst>
        </pc:spChg>
        <pc:spChg chg="add del">
          <ac:chgData name="prakhar kochhar" userId="1a27a6da4cd97012" providerId="LiveId" clId="{897A6174-7593-48E5-AD7E-A1F52223E46C}" dt="2024-11-04T12:22:30.884" v="33" actId="26606"/>
          <ac:spMkLst>
            <pc:docMk/>
            <pc:sldMk cId="666137095" sldId="256"/>
            <ac:spMk id="17" creationId="{767E5D14-5396-4D7B-996A-7BFD00576139}"/>
          </ac:spMkLst>
        </pc:spChg>
        <pc:spChg chg="add del">
          <ac:chgData name="prakhar kochhar" userId="1a27a6da4cd97012" providerId="LiveId" clId="{897A6174-7593-48E5-AD7E-A1F52223E46C}" dt="2024-11-04T12:23:19.064" v="35" actId="26606"/>
          <ac:spMkLst>
            <pc:docMk/>
            <pc:sldMk cId="666137095" sldId="256"/>
            <ac:spMk id="23" creationId="{5B28FD85-59C0-44FE-822A-75F0E9D2EE7D}"/>
          </ac:spMkLst>
        </pc:spChg>
        <pc:spChg chg="add del">
          <ac:chgData name="prakhar kochhar" userId="1a27a6da4cd97012" providerId="LiveId" clId="{897A6174-7593-48E5-AD7E-A1F52223E46C}" dt="2024-11-04T12:23:19.064" v="35" actId="26606"/>
          <ac:spMkLst>
            <pc:docMk/>
            <pc:sldMk cId="666137095" sldId="256"/>
            <ac:spMk id="34" creationId="{CA5B2A81-2C8E-4963-AFD4-E539D168B475}"/>
          </ac:spMkLst>
        </pc:spChg>
        <pc:spChg chg="add del">
          <ac:chgData name="prakhar kochhar" userId="1a27a6da4cd97012" providerId="LiveId" clId="{897A6174-7593-48E5-AD7E-A1F52223E46C}" dt="2024-11-04T12:23:19.064" v="35" actId="26606"/>
          <ac:spMkLst>
            <pc:docMk/>
            <pc:sldMk cId="666137095" sldId="256"/>
            <ac:spMk id="35" creationId="{6828D311-B582-473B-A71A-00BAEFDDF095}"/>
          </ac:spMkLst>
        </pc:spChg>
        <pc:spChg chg="add del">
          <ac:chgData name="prakhar kochhar" userId="1a27a6da4cd97012" providerId="LiveId" clId="{897A6174-7593-48E5-AD7E-A1F52223E46C}" dt="2024-11-04T12:23:19.064" v="35" actId="26606"/>
          <ac:spMkLst>
            <pc:docMk/>
            <pc:sldMk cId="666137095" sldId="256"/>
            <ac:spMk id="37" creationId="{950B4532-90B0-4F38-8B86-C84A0416EFD9}"/>
          </ac:spMkLst>
        </pc:spChg>
        <pc:spChg chg="add">
          <ac:chgData name="prakhar kochhar" userId="1a27a6da4cd97012" providerId="LiveId" clId="{897A6174-7593-48E5-AD7E-A1F52223E46C}" dt="2024-11-04T12:23:19.071" v="36" actId="26606"/>
          <ac:spMkLst>
            <pc:docMk/>
            <pc:sldMk cId="666137095" sldId="256"/>
            <ac:spMk id="39" creationId="{3011B0B3-5679-4759-90B8-3B908C4CBD21}"/>
          </ac:spMkLst>
        </pc:spChg>
        <pc:grpChg chg="add del">
          <ac:chgData name="prakhar kochhar" userId="1a27a6da4cd97012" providerId="LiveId" clId="{897A6174-7593-48E5-AD7E-A1F52223E46C}" dt="2024-11-04T12:22:30.884" v="33" actId="26606"/>
          <ac:grpSpMkLst>
            <pc:docMk/>
            <pc:sldMk cId="666137095" sldId="256"/>
            <ac:grpSpMk id="19" creationId="{785708A7-99B4-41EE-8012-C176C8AA44C0}"/>
          </ac:grpSpMkLst>
        </pc:grpChg>
        <pc:picChg chg="add del">
          <ac:chgData name="prakhar kochhar" userId="1a27a6da4cd97012" providerId="LiveId" clId="{897A6174-7593-48E5-AD7E-A1F52223E46C}" dt="2024-11-04T12:18:34.749" v="21" actId="21"/>
          <ac:picMkLst>
            <pc:docMk/>
            <pc:sldMk cId="666137095" sldId="256"/>
            <ac:picMk id="4" creationId="{7A697E03-BEFC-2C2B-1629-61A46F9AA902}"/>
          </ac:picMkLst>
        </pc:picChg>
        <pc:picChg chg="add mod">
          <ac:chgData name="prakhar kochhar" userId="1a27a6da4cd97012" providerId="LiveId" clId="{897A6174-7593-48E5-AD7E-A1F52223E46C}" dt="2024-11-04T12:23:19.071" v="36" actId="26606"/>
          <ac:picMkLst>
            <pc:docMk/>
            <pc:sldMk cId="666137095" sldId="256"/>
            <ac:picMk id="7" creationId="{C8828F5A-38DF-08CD-C6F8-130A2C741114}"/>
          </ac:picMkLst>
        </pc:picChg>
        <pc:cxnChg chg="add del">
          <ac:chgData name="prakhar kochhar" userId="1a27a6da4cd97012" providerId="LiveId" clId="{897A6174-7593-48E5-AD7E-A1F52223E46C}" dt="2024-11-04T12:23:19.071" v="36" actId="26606"/>
          <ac:cxnSpMkLst>
            <pc:docMk/>
            <pc:sldMk cId="666137095" sldId="256"/>
            <ac:cxnSpMk id="10" creationId="{9E7C23BC-DAA6-40E1-8166-B8C4439D1430}"/>
          </ac:cxnSpMkLst>
        </pc:cxnChg>
        <pc:cxnChg chg="add del">
          <ac:chgData name="prakhar kochhar" userId="1a27a6da4cd97012" providerId="LiveId" clId="{897A6174-7593-48E5-AD7E-A1F52223E46C}" dt="2024-11-04T12:23:19.064" v="35" actId="26606"/>
          <ac:cxnSpMkLst>
            <pc:docMk/>
            <pc:sldMk cId="666137095" sldId="256"/>
            <ac:cxnSpMk id="36" creationId="{9E7C23BC-DAA6-40E1-8166-B8C4439D1430}"/>
          </ac:cxnSpMkLst>
        </pc:cxnChg>
        <pc:cxnChg chg="add">
          <ac:chgData name="prakhar kochhar" userId="1a27a6da4cd97012" providerId="LiveId" clId="{897A6174-7593-48E5-AD7E-A1F52223E46C}" dt="2024-11-04T12:23:19.071" v="36" actId="26606"/>
          <ac:cxnSpMkLst>
            <pc:docMk/>
            <pc:sldMk cId="666137095" sldId="256"/>
            <ac:cxnSpMk id="40" creationId="{32E97E5C-7A5F-424E-AAE4-654396E90799}"/>
          </ac:cxnSpMkLst>
        </pc:cxnChg>
      </pc:sldChg>
      <pc:sldChg chg="addSp delSp modSp new del mod setBg">
        <pc:chgData name="prakhar kochhar" userId="1a27a6da4cd97012" providerId="LiveId" clId="{897A6174-7593-48E5-AD7E-A1F52223E46C}" dt="2024-11-04T12:42:00.305" v="435" actId="2696"/>
        <pc:sldMkLst>
          <pc:docMk/>
          <pc:sldMk cId="671022375" sldId="257"/>
        </pc:sldMkLst>
        <pc:spChg chg="mod">
          <ac:chgData name="prakhar kochhar" userId="1a27a6da4cd97012" providerId="LiveId" clId="{897A6174-7593-48E5-AD7E-A1F52223E46C}" dt="2024-11-04T12:31:56.457" v="244" actId="26606"/>
          <ac:spMkLst>
            <pc:docMk/>
            <pc:sldMk cId="671022375" sldId="257"/>
            <ac:spMk id="2" creationId="{CFB4DBEA-9090-2E49-6B66-90BF3F5B8FC3}"/>
          </ac:spMkLst>
        </pc:spChg>
        <pc:spChg chg="del mod">
          <ac:chgData name="prakhar kochhar" userId="1a27a6da4cd97012" providerId="LiveId" clId="{897A6174-7593-48E5-AD7E-A1F52223E46C}" dt="2024-11-04T12:28:20.800" v="211" actId="26606"/>
          <ac:spMkLst>
            <pc:docMk/>
            <pc:sldMk cId="671022375" sldId="257"/>
            <ac:spMk id="3" creationId="{54CAADC8-33F5-8CC8-6150-EE671815BD2E}"/>
          </ac:spMkLst>
        </pc:spChg>
        <pc:spChg chg="add del mod">
          <ac:chgData name="prakhar kochhar" userId="1a27a6da4cd97012" providerId="LiveId" clId="{897A6174-7593-48E5-AD7E-A1F52223E46C}" dt="2024-11-04T12:31:40.913" v="242" actId="21"/>
          <ac:spMkLst>
            <pc:docMk/>
            <pc:sldMk cId="671022375" sldId="257"/>
            <ac:spMk id="4" creationId="{739478A4-AE56-43BC-2319-688EE6BE6575}"/>
          </ac:spMkLst>
        </pc:spChg>
        <pc:spChg chg="add del">
          <ac:chgData name="prakhar kochhar" userId="1a27a6da4cd97012" providerId="LiveId" clId="{897A6174-7593-48E5-AD7E-A1F52223E46C}" dt="2024-11-04T12:28:17.617" v="208" actId="26606"/>
          <ac:spMkLst>
            <pc:docMk/>
            <pc:sldMk cId="671022375" sldId="257"/>
            <ac:spMk id="8" creationId="{C5DCFBD7-5612-480F-BED3-7820176A5066}"/>
          </ac:spMkLst>
        </pc:spChg>
        <pc:spChg chg="add del">
          <ac:chgData name="prakhar kochhar" userId="1a27a6da4cd97012" providerId="LiveId" clId="{897A6174-7593-48E5-AD7E-A1F52223E46C}" dt="2024-11-04T12:31:56.457" v="244" actId="26606"/>
          <ac:spMkLst>
            <pc:docMk/>
            <pc:sldMk cId="671022375" sldId="257"/>
            <ac:spMk id="9" creationId="{DB66C9CD-6BF4-44CA-8078-0BB819080761}"/>
          </ac:spMkLst>
        </pc:spChg>
        <pc:spChg chg="add del">
          <ac:chgData name="prakhar kochhar" userId="1a27a6da4cd97012" providerId="LiveId" clId="{897A6174-7593-48E5-AD7E-A1F52223E46C}" dt="2024-11-04T12:28:15.993" v="206" actId="26606"/>
          <ac:spMkLst>
            <pc:docMk/>
            <pc:sldMk cId="671022375" sldId="257"/>
            <ac:spMk id="10" creationId="{1AEB7F98-32EC-40D3-89EE-C8433023163A}"/>
          </ac:spMkLst>
        </pc:spChg>
        <pc:spChg chg="add del">
          <ac:chgData name="prakhar kochhar" userId="1a27a6da4cd97012" providerId="LiveId" clId="{897A6174-7593-48E5-AD7E-A1F52223E46C}" dt="2024-11-04T12:31:56.457" v="244" actId="26606"/>
          <ac:spMkLst>
            <pc:docMk/>
            <pc:sldMk cId="671022375" sldId="257"/>
            <ac:spMk id="11" creationId="{F883A8D1-ED1B-47A1-AA44-289C080EDDB9}"/>
          </ac:spMkLst>
        </pc:spChg>
        <pc:spChg chg="add del">
          <ac:chgData name="prakhar kochhar" userId="1a27a6da4cd97012" providerId="LiveId" clId="{897A6174-7593-48E5-AD7E-A1F52223E46C}" dt="2024-11-04T12:28:15.993" v="206" actId="26606"/>
          <ac:spMkLst>
            <pc:docMk/>
            <pc:sldMk cId="671022375" sldId="257"/>
            <ac:spMk id="14" creationId="{DAD9000E-708C-464D-A86F-4ABE391B6BE8}"/>
          </ac:spMkLst>
        </pc:spChg>
        <pc:spChg chg="add">
          <ac:chgData name="prakhar kochhar" userId="1a27a6da4cd97012" providerId="LiveId" clId="{897A6174-7593-48E5-AD7E-A1F52223E46C}" dt="2024-11-04T12:31:56.457" v="244" actId="26606"/>
          <ac:spMkLst>
            <pc:docMk/>
            <pc:sldMk cId="671022375" sldId="257"/>
            <ac:spMk id="16" creationId="{EEE96A74-B62B-4642-AB22-7776A5F48CE7}"/>
          </ac:spMkLst>
        </pc:spChg>
        <pc:spChg chg="add del">
          <ac:chgData name="prakhar kochhar" userId="1a27a6da4cd97012" providerId="LiveId" clId="{897A6174-7593-48E5-AD7E-A1F52223E46C}" dt="2024-11-04T12:28:20.779" v="210" actId="26606"/>
          <ac:spMkLst>
            <pc:docMk/>
            <pc:sldMk cId="671022375" sldId="257"/>
            <ac:spMk id="34" creationId="{1AEB7F98-32EC-40D3-89EE-C8433023163A}"/>
          </ac:spMkLst>
        </pc:spChg>
        <pc:spChg chg="add del">
          <ac:chgData name="prakhar kochhar" userId="1a27a6da4cd97012" providerId="LiveId" clId="{897A6174-7593-48E5-AD7E-A1F52223E46C}" dt="2024-11-04T12:28:20.779" v="210" actId="26606"/>
          <ac:spMkLst>
            <pc:docMk/>
            <pc:sldMk cId="671022375" sldId="257"/>
            <ac:spMk id="36" creationId="{DAD9000E-708C-464D-A86F-4ABE391B6BE8}"/>
          </ac:spMkLst>
        </pc:spChg>
        <pc:grpChg chg="add del">
          <ac:chgData name="prakhar kochhar" userId="1a27a6da4cd97012" providerId="LiveId" clId="{897A6174-7593-48E5-AD7E-A1F52223E46C}" dt="2024-11-04T12:28:17.617" v="208" actId="26606"/>
          <ac:grpSpMkLst>
            <pc:docMk/>
            <pc:sldMk cId="671022375" sldId="257"/>
            <ac:grpSpMk id="20" creationId="{263531A3-FAAF-4F5C-AF87-91646005308E}"/>
          </ac:grpSpMkLst>
        </pc:grpChg>
        <pc:grpChg chg="add del">
          <ac:chgData name="prakhar kochhar" userId="1a27a6da4cd97012" providerId="LiveId" clId="{897A6174-7593-48E5-AD7E-A1F52223E46C}" dt="2024-11-04T12:28:17.617" v="208" actId="26606"/>
          <ac:grpSpMkLst>
            <pc:docMk/>
            <pc:sldMk cId="671022375" sldId="257"/>
            <ac:grpSpMk id="21" creationId="{F73511A5-69DC-406F-AFE1-A7248A4CEA95}"/>
          </ac:grpSpMkLst>
        </pc:grpChg>
        <pc:graphicFrameChg chg="add mod modGraphic">
          <ac:chgData name="prakhar kochhar" userId="1a27a6da4cd97012" providerId="LiveId" clId="{897A6174-7593-48E5-AD7E-A1F52223E46C}" dt="2024-11-04T12:32:18.635" v="247"/>
          <ac:graphicFrameMkLst>
            <pc:docMk/>
            <pc:sldMk cId="671022375" sldId="257"/>
            <ac:graphicFrameMk id="5" creationId="{58E9C050-2F6A-5E0D-95C4-9972B3E76947}"/>
          </ac:graphicFrameMkLst>
        </pc:graphicFrameChg>
        <pc:picChg chg="add del">
          <ac:chgData name="prakhar kochhar" userId="1a27a6da4cd97012" providerId="LiveId" clId="{897A6174-7593-48E5-AD7E-A1F52223E46C}" dt="2024-11-04T12:28:15.993" v="206" actId="26606"/>
          <ac:picMkLst>
            <pc:docMk/>
            <pc:sldMk cId="671022375" sldId="257"/>
            <ac:picMk id="7" creationId="{4189CCF2-A04A-AF52-7D07-9B4BB18C7AA0}"/>
          </ac:picMkLst>
        </pc:picChg>
        <pc:picChg chg="add del">
          <ac:chgData name="prakhar kochhar" userId="1a27a6da4cd97012" providerId="LiveId" clId="{897A6174-7593-48E5-AD7E-A1F52223E46C}" dt="2024-11-04T12:28:20.779" v="210" actId="26606"/>
          <ac:picMkLst>
            <pc:docMk/>
            <pc:sldMk cId="671022375" sldId="257"/>
            <ac:picMk id="37" creationId="{4189CCF2-A04A-AF52-7D07-9B4BB18C7AA0}"/>
          </ac:picMkLst>
        </pc:picChg>
        <pc:cxnChg chg="add del">
          <ac:chgData name="prakhar kochhar" userId="1a27a6da4cd97012" providerId="LiveId" clId="{897A6174-7593-48E5-AD7E-A1F52223E46C}" dt="2024-11-04T12:28:15.993" v="206" actId="26606"/>
          <ac:cxnSpMkLst>
            <pc:docMk/>
            <pc:sldMk cId="671022375" sldId="257"/>
            <ac:cxnSpMk id="12" creationId="{77C6DF49-CBE3-4038-AC78-35DE4FD7CE8E}"/>
          </ac:cxnSpMkLst>
        </pc:cxnChg>
        <pc:cxnChg chg="add">
          <ac:chgData name="prakhar kochhar" userId="1a27a6da4cd97012" providerId="LiveId" clId="{897A6174-7593-48E5-AD7E-A1F52223E46C}" dt="2024-11-04T12:31:56.457" v="244" actId="26606"/>
          <ac:cxnSpMkLst>
            <pc:docMk/>
            <pc:sldMk cId="671022375" sldId="257"/>
            <ac:cxnSpMk id="18" creationId="{3A513CAD-9784-4D35-BAF9-1F7DDD697BDB}"/>
          </ac:cxnSpMkLst>
        </pc:cxnChg>
        <pc:cxnChg chg="add del">
          <ac:chgData name="prakhar kochhar" userId="1a27a6da4cd97012" providerId="LiveId" clId="{897A6174-7593-48E5-AD7E-A1F52223E46C}" dt="2024-11-04T12:28:20.779" v="210" actId="26606"/>
          <ac:cxnSpMkLst>
            <pc:docMk/>
            <pc:sldMk cId="671022375" sldId="257"/>
            <ac:cxnSpMk id="35" creationId="{77C6DF49-CBE3-4038-AC78-35DE4FD7CE8E}"/>
          </ac:cxnSpMkLst>
        </pc:cxnChg>
      </pc:sldChg>
      <pc:sldChg chg="addSp delSp modSp new mod ord setBg">
        <pc:chgData name="prakhar kochhar" userId="1a27a6da4cd97012" providerId="LiveId" clId="{897A6174-7593-48E5-AD7E-A1F52223E46C}" dt="2024-11-04T13:36:10.389" v="604" actId="207"/>
        <pc:sldMkLst>
          <pc:docMk/>
          <pc:sldMk cId="1081795061" sldId="258"/>
        </pc:sldMkLst>
        <pc:spChg chg="mod">
          <ac:chgData name="prakhar kochhar" userId="1a27a6da4cd97012" providerId="LiveId" clId="{897A6174-7593-48E5-AD7E-A1F52223E46C}" dt="2024-11-04T13:36:10.389" v="604" actId="207"/>
          <ac:spMkLst>
            <pc:docMk/>
            <pc:sldMk cId="1081795061" sldId="258"/>
            <ac:spMk id="2" creationId="{FEF3176C-65AB-4F3A-9519-3E2325914992}"/>
          </ac:spMkLst>
        </pc:spChg>
        <pc:spChg chg="add del mod">
          <ac:chgData name="prakhar kochhar" userId="1a27a6da4cd97012" providerId="LiveId" clId="{897A6174-7593-48E5-AD7E-A1F52223E46C}" dt="2024-11-04T12:41:23.839" v="429" actId="26606"/>
          <ac:spMkLst>
            <pc:docMk/>
            <pc:sldMk cId="1081795061" sldId="258"/>
            <ac:spMk id="3" creationId="{DE58B102-D546-32D0-8320-334BBEBDC72F}"/>
          </ac:spMkLst>
        </pc:spChg>
        <pc:spChg chg="add del">
          <ac:chgData name="prakhar kochhar" userId="1a27a6da4cd97012" providerId="LiveId" clId="{897A6174-7593-48E5-AD7E-A1F52223E46C}" dt="2024-11-04T12:41:08.614" v="424" actId="26606"/>
          <ac:spMkLst>
            <pc:docMk/>
            <pc:sldMk cId="1081795061" sldId="258"/>
            <ac:spMk id="9" creationId="{DB66C9CD-6BF4-44CA-8078-0BB819080761}"/>
          </ac:spMkLst>
        </pc:spChg>
        <pc:spChg chg="add del">
          <ac:chgData name="prakhar kochhar" userId="1a27a6da4cd97012" providerId="LiveId" clId="{897A6174-7593-48E5-AD7E-A1F52223E46C}" dt="2024-11-04T12:41:16.826" v="426" actId="26606"/>
          <ac:spMkLst>
            <pc:docMk/>
            <pc:sldMk cId="1081795061" sldId="258"/>
            <ac:spMk id="13" creationId="{DB66C9CD-6BF4-44CA-8078-0BB819080761}"/>
          </ac:spMkLst>
        </pc:spChg>
        <pc:spChg chg="add del">
          <ac:chgData name="prakhar kochhar" userId="1a27a6da4cd97012" providerId="LiveId" clId="{897A6174-7593-48E5-AD7E-A1F52223E46C}" dt="2024-11-04T12:41:23.810" v="428" actId="26606"/>
          <ac:spMkLst>
            <pc:docMk/>
            <pc:sldMk cId="1081795061" sldId="258"/>
            <ac:spMk id="17" creationId="{EEE96A74-B62B-4642-AB22-7776A5F48CE7}"/>
          </ac:spMkLst>
        </pc:spChg>
        <pc:spChg chg="add del">
          <ac:chgData name="prakhar kochhar" userId="1a27a6da4cd97012" providerId="LiveId" clId="{897A6174-7593-48E5-AD7E-A1F52223E46C}" dt="2024-11-04T12:41:23.810" v="428" actId="26606"/>
          <ac:spMkLst>
            <pc:docMk/>
            <pc:sldMk cId="1081795061" sldId="258"/>
            <ac:spMk id="18" creationId="{8576A6EA-4B09-480F-BB03-9616027234E4}"/>
          </ac:spMkLst>
        </pc:spChg>
        <pc:spChg chg="add del">
          <ac:chgData name="prakhar kochhar" userId="1a27a6da4cd97012" providerId="LiveId" clId="{897A6174-7593-48E5-AD7E-A1F52223E46C}" dt="2024-11-04T12:41:52.731" v="434" actId="26606"/>
          <ac:spMkLst>
            <pc:docMk/>
            <pc:sldMk cId="1081795061" sldId="258"/>
            <ac:spMk id="21" creationId="{DB66C9CD-6BF4-44CA-8078-0BB819080761}"/>
          </ac:spMkLst>
        </pc:spChg>
        <pc:spChg chg="add del">
          <ac:chgData name="prakhar kochhar" userId="1a27a6da4cd97012" providerId="LiveId" clId="{897A6174-7593-48E5-AD7E-A1F52223E46C}" dt="2024-11-04T12:41:52.731" v="434" actId="26606"/>
          <ac:spMkLst>
            <pc:docMk/>
            <pc:sldMk cId="1081795061" sldId="258"/>
            <ac:spMk id="22" creationId="{F883A8D1-ED1B-47A1-AA44-289C080EDDB9}"/>
          </ac:spMkLst>
        </pc:spChg>
        <pc:spChg chg="add del">
          <ac:chgData name="prakhar kochhar" userId="1a27a6da4cd97012" providerId="LiveId" clId="{897A6174-7593-48E5-AD7E-A1F52223E46C}" dt="2024-11-04T12:41:52.682" v="433" actId="26606"/>
          <ac:spMkLst>
            <pc:docMk/>
            <pc:sldMk cId="1081795061" sldId="258"/>
            <ac:spMk id="28" creationId="{DB66C9CD-6BF4-44CA-8078-0BB819080761}"/>
          </ac:spMkLst>
        </pc:spChg>
        <pc:spChg chg="add del">
          <ac:chgData name="prakhar kochhar" userId="1a27a6da4cd97012" providerId="LiveId" clId="{897A6174-7593-48E5-AD7E-A1F52223E46C}" dt="2024-11-04T12:41:52.682" v="433" actId="26606"/>
          <ac:spMkLst>
            <pc:docMk/>
            <pc:sldMk cId="1081795061" sldId="258"/>
            <ac:spMk id="30" creationId="{F883A8D1-ED1B-47A1-AA44-289C080EDDB9}"/>
          </ac:spMkLst>
        </pc:spChg>
        <pc:spChg chg="add">
          <ac:chgData name="prakhar kochhar" userId="1a27a6da4cd97012" providerId="LiveId" clId="{897A6174-7593-48E5-AD7E-A1F52223E46C}" dt="2024-11-04T12:41:52.731" v="434" actId="26606"/>
          <ac:spMkLst>
            <pc:docMk/>
            <pc:sldMk cId="1081795061" sldId="258"/>
            <ac:spMk id="32" creationId="{EEE96A74-B62B-4642-AB22-7776A5F48CE7}"/>
          </ac:spMkLst>
        </pc:spChg>
        <pc:spChg chg="add">
          <ac:chgData name="prakhar kochhar" userId="1a27a6da4cd97012" providerId="LiveId" clId="{897A6174-7593-48E5-AD7E-A1F52223E46C}" dt="2024-11-04T12:41:52.731" v="434" actId="26606"/>
          <ac:spMkLst>
            <pc:docMk/>
            <pc:sldMk cId="1081795061" sldId="258"/>
            <ac:spMk id="33" creationId="{8576A6EA-4B09-480F-BB03-9616027234E4}"/>
          </ac:spMkLst>
        </pc:spChg>
        <pc:graphicFrameChg chg="add del">
          <ac:chgData name="prakhar kochhar" userId="1a27a6da4cd97012" providerId="LiveId" clId="{897A6174-7593-48E5-AD7E-A1F52223E46C}" dt="2024-11-04T12:41:08.614" v="424" actId="26606"/>
          <ac:graphicFrameMkLst>
            <pc:docMk/>
            <pc:sldMk cId="1081795061" sldId="258"/>
            <ac:graphicFrameMk id="5" creationId="{B12A5AC0-53AC-925C-3E15-4DD2E3ADB19E}"/>
          </ac:graphicFrameMkLst>
        </pc:graphicFrameChg>
        <pc:graphicFrameChg chg="add del">
          <ac:chgData name="prakhar kochhar" userId="1a27a6da4cd97012" providerId="LiveId" clId="{897A6174-7593-48E5-AD7E-A1F52223E46C}" dt="2024-11-04T12:41:16.826" v="426" actId="26606"/>
          <ac:graphicFrameMkLst>
            <pc:docMk/>
            <pc:sldMk cId="1081795061" sldId="258"/>
            <ac:graphicFrameMk id="15" creationId="{4FE99C55-F0AA-C824-B61A-7F4E44D5C160}"/>
          </ac:graphicFrameMkLst>
        </pc:graphicFrameChg>
        <pc:graphicFrameChg chg="add del">
          <ac:chgData name="prakhar kochhar" userId="1a27a6da4cd97012" providerId="LiveId" clId="{897A6174-7593-48E5-AD7E-A1F52223E46C}" dt="2024-11-04T12:41:23.810" v="428" actId="26606"/>
          <ac:graphicFrameMkLst>
            <pc:docMk/>
            <pc:sldMk cId="1081795061" sldId="258"/>
            <ac:graphicFrameMk id="19" creationId="{85BB7C94-C5EB-A21E-C4C6-33258BC3B2B0}"/>
          </ac:graphicFrameMkLst>
        </pc:graphicFrameChg>
        <pc:graphicFrameChg chg="add mod modGraphic">
          <ac:chgData name="prakhar kochhar" userId="1a27a6da4cd97012" providerId="LiveId" clId="{897A6174-7593-48E5-AD7E-A1F52223E46C}" dt="2024-11-04T12:41:52.731" v="434" actId="26606"/>
          <ac:graphicFrameMkLst>
            <pc:docMk/>
            <pc:sldMk cId="1081795061" sldId="258"/>
            <ac:graphicFrameMk id="23" creationId="{04369D78-AEBC-F28E-EC3C-08579E5A8BA0}"/>
          </ac:graphicFrameMkLst>
        </pc:graphicFrameChg>
        <pc:cxnChg chg="add del">
          <ac:chgData name="prakhar kochhar" userId="1a27a6da4cd97012" providerId="LiveId" clId="{897A6174-7593-48E5-AD7E-A1F52223E46C}" dt="2024-11-04T12:41:08.614" v="424" actId="26606"/>
          <ac:cxnSpMkLst>
            <pc:docMk/>
            <pc:sldMk cId="1081795061" sldId="258"/>
            <ac:cxnSpMk id="11" creationId="{D9BF9BF3-7E9D-458B-A5D2-E730C5FFD0CD}"/>
          </ac:cxnSpMkLst>
        </pc:cxnChg>
        <pc:cxnChg chg="add del">
          <ac:chgData name="prakhar kochhar" userId="1a27a6da4cd97012" providerId="LiveId" clId="{897A6174-7593-48E5-AD7E-A1F52223E46C}" dt="2024-11-04T12:41:16.826" v="426" actId="26606"/>
          <ac:cxnSpMkLst>
            <pc:docMk/>
            <pc:sldMk cId="1081795061" sldId="258"/>
            <ac:cxnSpMk id="14" creationId="{D9BF9BF3-7E9D-458B-A5D2-E730C5FFD0CD}"/>
          </ac:cxnSpMkLst>
        </pc:cxnChg>
      </pc:sldChg>
      <pc:sldChg chg="new del">
        <pc:chgData name="prakhar kochhar" userId="1a27a6da4cd97012" providerId="LiveId" clId="{897A6174-7593-48E5-AD7E-A1F52223E46C}" dt="2024-11-04T12:31:47.192" v="243" actId="2696"/>
        <pc:sldMkLst>
          <pc:docMk/>
          <pc:sldMk cId="1734083877" sldId="258"/>
        </pc:sldMkLst>
      </pc:sldChg>
      <pc:sldChg chg="addSp modSp new mod setBg">
        <pc:chgData name="prakhar kochhar" userId="1a27a6da4cd97012" providerId="LiveId" clId="{897A6174-7593-48E5-AD7E-A1F52223E46C}" dt="2024-11-04T12:48:53.462" v="475" actId="20577"/>
        <pc:sldMkLst>
          <pc:docMk/>
          <pc:sldMk cId="391991897" sldId="259"/>
        </pc:sldMkLst>
        <pc:spChg chg="mod">
          <ac:chgData name="prakhar kochhar" userId="1a27a6da4cd97012" providerId="LiveId" clId="{897A6174-7593-48E5-AD7E-A1F52223E46C}" dt="2024-11-04T12:47:57.478" v="469" actId="26606"/>
          <ac:spMkLst>
            <pc:docMk/>
            <pc:sldMk cId="391991897" sldId="259"/>
            <ac:spMk id="2" creationId="{0A8B539B-75E2-97FB-AA17-81C5232BA612}"/>
          </ac:spMkLst>
        </pc:spChg>
        <pc:spChg chg="mod">
          <ac:chgData name="prakhar kochhar" userId="1a27a6da4cd97012" providerId="LiveId" clId="{897A6174-7593-48E5-AD7E-A1F52223E46C}" dt="2024-11-04T12:48:53.462" v="475" actId="20577"/>
          <ac:spMkLst>
            <pc:docMk/>
            <pc:sldMk cId="391991897" sldId="259"/>
            <ac:spMk id="3" creationId="{2E5774FE-38B1-2020-2716-D3B53F9BE9C7}"/>
          </ac:spMkLst>
        </pc:spChg>
        <pc:spChg chg="add">
          <ac:chgData name="prakhar kochhar" userId="1a27a6da4cd97012" providerId="LiveId" clId="{897A6174-7593-48E5-AD7E-A1F52223E46C}" dt="2024-11-04T12:47:57.478" v="469" actId="26606"/>
          <ac:spMkLst>
            <pc:docMk/>
            <pc:sldMk cId="391991897" sldId="259"/>
            <ac:spMk id="8" creationId="{C5DCFBD7-5612-480F-BED3-7820176A5066}"/>
          </ac:spMkLst>
        </pc:spChg>
        <pc:grpChg chg="add">
          <ac:chgData name="prakhar kochhar" userId="1a27a6da4cd97012" providerId="LiveId" clId="{897A6174-7593-48E5-AD7E-A1F52223E46C}" dt="2024-11-04T12:47:57.478" v="469" actId="26606"/>
          <ac:grpSpMkLst>
            <pc:docMk/>
            <pc:sldMk cId="391991897" sldId="259"/>
            <ac:grpSpMk id="10" creationId="{263531A3-FAAF-4F5C-AF87-91646005308E}"/>
          </ac:grpSpMkLst>
        </pc:grpChg>
        <pc:grpChg chg="add">
          <ac:chgData name="prakhar kochhar" userId="1a27a6da4cd97012" providerId="LiveId" clId="{897A6174-7593-48E5-AD7E-A1F52223E46C}" dt="2024-11-04T12:47:57.478" v="469" actId="26606"/>
          <ac:grpSpMkLst>
            <pc:docMk/>
            <pc:sldMk cId="391991897" sldId="259"/>
            <ac:grpSpMk id="21" creationId="{F73511A5-69DC-406F-AFE1-A7248A4CEA95}"/>
          </ac:grpSpMkLst>
        </pc:grpChg>
      </pc:sldChg>
      <pc:sldChg chg="addSp delSp modSp new mod">
        <pc:chgData name="prakhar kochhar" userId="1a27a6da4cd97012" providerId="LiveId" clId="{897A6174-7593-48E5-AD7E-A1F52223E46C}" dt="2024-11-04T13:36:51.794" v="607" actId="1076"/>
        <pc:sldMkLst>
          <pc:docMk/>
          <pc:sldMk cId="873880075" sldId="260"/>
        </pc:sldMkLst>
        <pc:spChg chg="mod">
          <ac:chgData name="prakhar kochhar" userId="1a27a6da4cd97012" providerId="LiveId" clId="{897A6174-7593-48E5-AD7E-A1F52223E46C}" dt="2024-11-04T13:36:51.794" v="607" actId="1076"/>
          <ac:spMkLst>
            <pc:docMk/>
            <pc:sldMk cId="873880075" sldId="260"/>
            <ac:spMk id="2" creationId="{D16480E8-9CA8-EF0B-325F-663517AAC6E7}"/>
          </ac:spMkLst>
        </pc:spChg>
        <pc:spChg chg="del">
          <ac:chgData name="prakhar kochhar" userId="1a27a6da4cd97012" providerId="LiveId" clId="{897A6174-7593-48E5-AD7E-A1F52223E46C}" dt="2024-11-04T13:10:44.388" v="477"/>
          <ac:spMkLst>
            <pc:docMk/>
            <pc:sldMk cId="873880075" sldId="260"/>
            <ac:spMk id="3" creationId="{8FE03086-AF6C-9ACD-A2F6-28EE246E9806}"/>
          </ac:spMkLst>
        </pc:spChg>
        <pc:spChg chg="add del mod">
          <ac:chgData name="prakhar kochhar" userId="1a27a6da4cd97012" providerId="LiveId" clId="{897A6174-7593-48E5-AD7E-A1F52223E46C}" dt="2024-11-04T13:11:38.684" v="484" actId="21"/>
          <ac:spMkLst>
            <pc:docMk/>
            <pc:sldMk cId="873880075" sldId="260"/>
            <ac:spMk id="4" creationId="{211F748C-224F-94E9-9658-B344ACA50BC4}"/>
          </ac:spMkLst>
        </pc:spChg>
        <pc:spChg chg="add del mod">
          <ac:chgData name="prakhar kochhar" userId="1a27a6da4cd97012" providerId="LiveId" clId="{897A6174-7593-48E5-AD7E-A1F52223E46C}" dt="2024-11-04T13:16:41.818" v="499" actId="21"/>
          <ac:spMkLst>
            <pc:docMk/>
            <pc:sldMk cId="873880075" sldId="260"/>
            <ac:spMk id="5" creationId="{4EC3F085-21AE-D573-3CAD-68BDB53BFF05}"/>
          </ac:spMkLst>
        </pc:spChg>
        <pc:spChg chg="add mod">
          <ac:chgData name="prakhar kochhar" userId="1a27a6da4cd97012" providerId="LiveId" clId="{897A6174-7593-48E5-AD7E-A1F52223E46C}" dt="2024-11-04T13:19:45.601" v="520" actId="14100"/>
          <ac:spMkLst>
            <pc:docMk/>
            <pc:sldMk cId="873880075" sldId="260"/>
            <ac:spMk id="8" creationId="{9A3FAAA7-B6F8-5411-03C1-105C822D2333}"/>
          </ac:spMkLst>
        </pc:spChg>
        <pc:picChg chg="add mod">
          <ac:chgData name="prakhar kochhar" userId="1a27a6da4cd97012" providerId="LiveId" clId="{897A6174-7593-48E5-AD7E-A1F52223E46C}" dt="2024-11-04T13:19:52.398" v="521" actId="1076"/>
          <ac:picMkLst>
            <pc:docMk/>
            <pc:sldMk cId="873880075" sldId="260"/>
            <ac:picMk id="7" creationId="{F7D6A9B5-5235-CDBD-8C33-29383F15C37B}"/>
          </ac:picMkLst>
        </pc:picChg>
      </pc:sldChg>
      <pc:sldChg chg="addSp delSp modSp new mod setBg">
        <pc:chgData name="prakhar kochhar" userId="1a27a6da4cd97012" providerId="LiveId" clId="{897A6174-7593-48E5-AD7E-A1F52223E46C}" dt="2024-11-04T13:35:43.615" v="601" actId="26606"/>
        <pc:sldMkLst>
          <pc:docMk/>
          <pc:sldMk cId="2917407946" sldId="261"/>
        </pc:sldMkLst>
        <pc:spChg chg="mod">
          <ac:chgData name="prakhar kochhar" userId="1a27a6da4cd97012" providerId="LiveId" clId="{897A6174-7593-48E5-AD7E-A1F52223E46C}" dt="2024-11-04T13:35:43.615" v="601" actId="26606"/>
          <ac:spMkLst>
            <pc:docMk/>
            <pc:sldMk cId="2917407946" sldId="261"/>
            <ac:spMk id="2" creationId="{7C82E980-9204-B906-E764-C14B15EC04AF}"/>
          </ac:spMkLst>
        </pc:spChg>
        <pc:spChg chg="del mod">
          <ac:chgData name="prakhar kochhar" userId="1a27a6da4cd97012" providerId="LiveId" clId="{897A6174-7593-48E5-AD7E-A1F52223E46C}" dt="2024-11-04T13:35:43.615" v="601" actId="26606"/>
          <ac:spMkLst>
            <pc:docMk/>
            <pc:sldMk cId="2917407946" sldId="261"/>
            <ac:spMk id="3" creationId="{D404C870-7A57-5881-1363-317242C548CA}"/>
          </ac:spMkLst>
        </pc:spChg>
        <pc:spChg chg="add">
          <ac:chgData name="prakhar kochhar" userId="1a27a6da4cd97012" providerId="LiveId" clId="{897A6174-7593-48E5-AD7E-A1F52223E46C}" dt="2024-11-04T13:35:43.615" v="601" actId="26606"/>
          <ac:spMkLst>
            <pc:docMk/>
            <pc:sldMk cId="2917407946" sldId="261"/>
            <ac:spMk id="9" creationId="{EEE96A74-B62B-4642-AB22-7776A5F48CE7}"/>
          </ac:spMkLst>
        </pc:spChg>
        <pc:spChg chg="add">
          <ac:chgData name="prakhar kochhar" userId="1a27a6da4cd97012" providerId="LiveId" clId="{897A6174-7593-48E5-AD7E-A1F52223E46C}" dt="2024-11-04T13:35:43.615" v="601" actId="26606"/>
          <ac:spMkLst>
            <pc:docMk/>
            <pc:sldMk cId="2917407946" sldId="261"/>
            <ac:spMk id="11" creationId="{8576A6EA-4B09-480F-BB03-9616027234E4}"/>
          </ac:spMkLst>
        </pc:spChg>
        <pc:graphicFrameChg chg="add">
          <ac:chgData name="prakhar kochhar" userId="1a27a6da4cd97012" providerId="LiveId" clId="{897A6174-7593-48E5-AD7E-A1F52223E46C}" dt="2024-11-04T13:35:43.615" v="601" actId="26606"/>
          <ac:graphicFrameMkLst>
            <pc:docMk/>
            <pc:sldMk cId="2917407946" sldId="261"/>
            <ac:graphicFrameMk id="5" creationId="{89C33852-379B-6B00-0A4A-36990CDE6466}"/>
          </ac:graphicFrameMkLst>
        </pc:graphicFrameChg>
      </pc:sldChg>
      <pc:sldChg chg="addSp modSp new mod setBg">
        <pc:chgData name="prakhar kochhar" userId="1a27a6da4cd97012" providerId="LiveId" clId="{897A6174-7593-48E5-AD7E-A1F52223E46C}" dt="2024-11-04T14:09:47.157" v="1584" actId="14100"/>
        <pc:sldMkLst>
          <pc:docMk/>
          <pc:sldMk cId="3313658106" sldId="262"/>
        </pc:sldMkLst>
        <pc:spChg chg="mod">
          <ac:chgData name="prakhar kochhar" userId="1a27a6da4cd97012" providerId="LiveId" clId="{897A6174-7593-48E5-AD7E-A1F52223E46C}" dt="2024-11-04T14:09:18.235" v="1576" actId="26606"/>
          <ac:spMkLst>
            <pc:docMk/>
            <pc:sldMk cId="3313658106" sldId="262"/>
            <ac:spMk id="2" creationId="{2E841A1E-1F91-A4D7-1A47-25F2D301D5B5}"/>
          </ac:spMkLst>
        </pc:spChg>
        <pc:spChg chg="mod">
          <ac:chgData name="prakhar kochhar" userId="1a27a6da4cd97012" providerId="LiveId" clId="{897A6174-7593-48E5-AD7E-A1F52223E46C}" dt="2024-11-04T14:09:47.157" v="1584" actId="14100"/>
          <ac:spMkLst>
            <pc:docMk/>
            <pc:sldMk cId="3313658106" sldId="262"/>
            <ac:spMk id="3" creationId="{765B5293-B6F6-2A73-9B78-5C8252330D47}"/>
          </ac:spMkLst>
        </pc:spChg>
        <pc:spChg chg="add">
          <ac:chgData name="prakhar kochhar" userId="1a27a6da4cd97012" providerId="LiveId" clId="{897A6174-7593-48E5-AD7E-A1F52223E46C}" dt="2024-11-04T14:09:18.235" v="1576" actId="26606"/>
          <ac:spMkLst>
            <pc:docMk/>
            <pc:sldMk cId="3313658106" sldId="262"/>
            <ac:spMk id="8" creationId="{C5DCFBD7-5612-480F-BED3-7820176A5066}"/>
          </ac:spMkLst>
        </pc:spChg>
        <pc:grpChg chg="add">
          <ac:chgData name="prakhar kochhar" userId="1a27a6da4cd97012" providerId="LiveId" clId="{897A6174-7593-48E5-AD7E-A1F52223E46C}" dt="2024-11-04T14:09:18.235" v="1576" actId="26606"/>
          <ac:grpSpMkLst>
            <pc:docMk/>
            <pc:sldMk cId="3313658106" sldId="262"/>
            <ac:grpSpMk id="10" creationId="{263531A3-FAAF-4F5C-AF87-91646005308E}"/>
          </ac:grpSpMkLst>
        </pc:grpChg>
        <pc:grpChg chg="add">
          <ac:chgData name="prakhar kochhar" userId="1a27a6da4cd97012" providerId="LiveId" clId="{897A6174-7593-48E5-AD7E-A1F52223E46C}" dt="2024-11-04T14:09:18.235" v="1576" actId="26606"/>
          <ac:grpSpMkLst>
            <pc:docMk/>
            <pc:sldMk cId="3313658106" sldId="262"/>
            <ac:grpSpMk id="21" creationId="{F73511A5-69DC-406F-AFE1-A7248A4CEA95}"/>
          </ac:grpSpMkLst>
        </pc:grpChg>
      </pc:sldChg>
      <pc:sldChg chg="addSp delSp modSp new mod setBg">
        <pc:chgData name="prakhar kochhar" userId="1a27a6da4cd97012" providerId="LiveId" clId="{897A6174-7593-48E5-AD7E-A1F52223E46C}" dt="2024-11-04T14:19:38.012" v="1651" actId="1076"/>
        <pc:sldMkLst>
          <pc:docMk/>
          <pc:sldMk cId="3418660064" sldId="263"/>
        </pc:sldMkLst>
        <pc:spChg chg="mod">
          <ac:chgData name="prakhar kochhar" userId="1a27a6da4cd97012" providerId="LiveId" clId="{897A6174-7593-48E5-AD7E-A1F52223E46C}" dt="2024-11-04T14:19:38.012" v="1651" actId="1076"/>
          <ac:spMkLst>
            <pc:docMk/>
            <pc:sldMk cId="3418660064" sldId="263"/>
            <ac:spMk id="2" creationId="{BBBC5D05-E078-7057-0C96-742F838FF6EE}"/>
          </ac:spMkLst>
        </pc:spChg>
        <pc:spChg chg="del">
          <ac:chgData name="prakhar kochhar" userId="1a27a6da4cd97012" providerId="LiveId" clId="{897A6174-7593-48E5-AD7E-A1F52223E46C}" dt="2024-11-04T14:10:32.762" v="1585" actId="21"/>
          <ac:spMkLst>
            <pc:docMk/>
            <pc:sldMk cId="3418660064" sldId="263"/>
            <ac:spMk id="3" creationId="{998877AA-CAFE-B14F-28EA-9722C2423032}"/>
          </ac:spMkLst>
        </pc:spChg>
        <pc:spChg chg="add del">
          <ac:chgData name="prakhar kochhar" userId="1a27a6da4cd97012" providerId="LiveId" clId="{897A6174-7593-48E5-AD7E-A1F52223E46C}" dt="2024-11-04T14:18:02.415" v="1638" actId="26606"/>
          <ac:spMkLst>
            <pc:docMk/>
            <pc:sldMk cId="3418660064" sldId="263"/>
            <ac:spMk id="17" creationId="{CA5B2A81-2C8E-4963-AFD4-E539D168B475}"/>
          </ac:spMkLst>
        </pc:spChg>
        <pc:spChg chg="add">
          <ac:chgData name="prakhar kochhar" userId="1a27a6da4cd97012" providerId="LiveId" clId="{897A6174-7593-48E5-AD7E-A1F52223E46C}" dt="2024-11-04T14:18:02.415" v="1638" actId="26606"/>
          <ac:spMkLst>
            <pc:docMk/>
            <pc:sldMk cId="3418660064" sldId="263"/>
            <ac:spMk id="32" creationId="{922314F7-656D-4F4F-8050-CCD6FC0FCF01}"/>
          </ac:spMkLst>
        </pc:spChg>
        <pc:grpChg chg="add del">
          <ac:chgData name="prakhar kochhar" userId="1a27a6da4cd97012" providerId="LiveId" clId="{897A6174-7593-48E5-AD7E-A1F52223E46C}" dt="2024-11-04T14:18:02.415" v="1638" actId="26606"/>
          <ac:grpSpMkLst>
            <pc:docMk/>
            <pc:sldMk cId="3418660064" sldId="263"/>
            <ac:grpSpMk id="11" creationId="{F982E0B2-AA9C-441C-A08E-A9DF9CF12116}"/>
          </ac:grpSpMkLst>
        </pc:grpChg>
        <pc:grpChg chg="add">
          <ac:chgData name="prakhar kochhar" userId="1a27a6da4cd97012" providerId="LiveId" clId="{897A6174-7593-48E5-AD7E-A1F52223E46C}" dt="2024-11-04T14:18:02.415" v="1638" actId="26606"/>
          <ac:grpSpMkLst>
            <pc:docMk/>
            <pc:sldMk cId="3418660064" sldId="263"/>
            <ac:grpSpMk id="26" creationId="{F982E0B2-AA9C-441C-A08E-A9DF9CF12116}"/>
          </ac:grpSpMkLst>
        </pc:grpChg>
        <pc:graphicFrameChg chg="add mod modGraphic">
          <ac:chgData name="prakhar kochhar" userId="1a27a6da4cd97012" providerId="LiveId" clId="{897A6174-7593-48E5-AD7E-A1F52223E46C}" dt="2024-11-04T14:19:18.743" v="1647" actId="14100"/>
          <ac:graphicFrameMkLst>
            <pc:docMk/>
            <pc:sldMk cId="3418660064" sldId="263"/>
            <ac:graphicFrameMk id="4" creationId="{71C39D90-764F-5F9E-2A9D-771A5E2A4ABC}"/>
          </ac:graphicFrameMkLst>
        </pc:graphicFrameChg>
        <pc:cxnChg chg="add del">
          <ac:chgData name="prakhar kochhar" userId="1a27a6da4cd97012" providerId="LiveId" clId="{897A6174-7593-48E5-AD7E-A1F52223E46C}" dt="2024-11-04T14:18:02.415" v="1638" actId="26606"/>
          <ac:cxnSpMkLst>
            <pc:docMk/>
            <pc:sldMk cId="3418660064" sldId="263"/>
            <ac:cxnSpMk id="9" creationId="{701C0CAB-6A03-4C6A-9FAA-219847753628}"/>
          </ac:cxnSpMkLst>
        </pc:cxnChg>
        <pc:cxnChg chg="add del">
          <ac:chgData name="prakhar kochhar" userId="1a27a6da4cd97012" providerId="LiveId" clId="{897A6174-7593-48E5-AD7E-A1F52223E46C}" dt="2024-11-04T14:18:02.415" v="1638" actId="26606"/>
          <ac:cxnSpMkLst>
            <pc:docMk/>
            <pc:sldMk cId="3418660064" sldId="263"/>
            <ac:cxnSpMk id="19" creationId="{9E7C23BC-DAA6-40E1-8166-B8C4439D1430}"/>
          </ac:cxnSpMkLst>
        </pc:cxnChg>
        <pc:cxnChg chg="add">
          <ac:chgData name="prakhar kochhar" userId="1a27a6da4cd97012" providerId="LiveId" clId="{897A6174-7593-48E5-AD7E-A1F52223E46C}" dt="2024-11-04T14:18:02.415" v="1638" actId="26606"/>
          <ac:cxnSpMkLst>
            <pc:docMk/>
            <pc:sldMk cId="3418660064" sldId="263"/>
            <ac:cxnSpMk id="24" creationId="{701C0CAB-6A03-4C6A-9FAA-219847753628}"/>
          </ac:cxnSpMkLst>
        </pc:cxnChg>
        <pc:cxnChg chg="add">
          <ac:chgData name="prakhar kochhar" userId="1a27a6da4cd97012" providerId="LiveId" clId="{897A6174-7593-48E5-AD7E-A1F52223E46C}" dt="2024-11-04T14:18:02.415" v="1638" actId="26606"/>
          <ac:cxnSpMkLst>
            <pc:docMk/>
            <pc:sldMk cId="3418660064" sldId="263"/>
            <ac:cxnSpMk id="34" creationId="{32E97E5C-7A5F-424E-AAE4-654396E90799}"/>
          </ac:cxnSpMkLst>
        </pc:cxnChg>
      </pc:sldChg>
      <pc:sldChg chg="addSp delSp modSp new mod">
        <pc:chgData name="prakhar kochhar" userId="1a27a6da4cd97012" providerId="LiveId" clId="{897A6174-7593-48E5-AD7E-A1F52223E46C}" dt="2024-11-04T14:23:02.010" v="1658" actId="12385"/>
        <pc:sldMkLst>
          <pc:docMk/>
          <pc:sldMk cId="1433558186" sldId="264"/>
        </pc:sldMkLst>
        <pc:spChg chg="del">
          <ac:chgData name="prakhar kochhar" userId="1a27a6da4cd97012" providerId="LiveId" clId="{897A6174-7593-48E5-AD7E-A1F52223E46C}" dt="2024-11-04T14:21:49.010" v="1653" actId="21"/>
          <ac:spMkLst>
            <pc:docMk/>
            <pc:sldMk cId="1433558186" sldId="264"/>
            <ac:spMk id="2" creationId="{FDE2385E-1BF1-C18D-9C5C-C20C8AE841CA}"/>
          </ac:spMkLst>
        </pc:spChg>
        <pc:spChg chg="del">
          <ac:chgData name="prakhar kochhar" userId="1a27a6da4cd97012" providerId="LiveId" clId="{897A6174-7593-48E5-AD7E-A1F52223E46C}" dt="2024-11-04T14:22:07.142" v="1654"/>
          <ac:spMkLst>
            <pc:docMk/>
            <pc:sldMk cId="1433558186" sldId="264"/>
            <ac:spMk id="3" creationId="{6AAABC6F-0931-349B-C053-0EFDE8F5F47E}"/>
          </ac:spMkLst>
        </pc:spChg>
        <pc:graphicFrameChg chg="add mod modGraphic">
          <ac:chgData name="prakhar kochhar" userId="1a27a6da4cd97012" providerId="LiveId" clId="{897A6174-7593-48E5-AD7E-A1F52223E46C}" dt="2024-11-04T14:23:02.010" v="1658" actId="12385"/>
          <ac:graphicFrameMkLst>
            <pc:docMk/>
            <pc:sldMk cId="1433558186" sldId="264"/>
            <ac:graphicFrameMk id="4" creationId="{DCD4351D-451D-D5B6-9E45-A92CE756C0AE}"/>
          </ac:graphicFrameMkLst>
        </pc:graphicFrameChg>
      </pc:sldChg>
      <pc:sldChg chg="addSp delSp modSp new mod">
        <pc:chgData name="prakhar kochhar" userId="1a27a6da4cd97012" providerId="LiveId" clId="{897A6174-7593-48E5-AD7E-A1F52223E46C}" dt="2024-11-04T14:33:45.894" v="1707" actId="14100"/>
        <pc:sldMkLst>
          <pc:docMk/>
          <pc:sldMk cId="2242145815" sldId="265"/>
        </pc:sldMkLst>
        <pc:spChg chg="del">
          <ac:chgData name="prakhar kochhar" userId="1a27a6da4cd97012" providerId="LiveId" clId="{897A6174-7593-48E5-AD7E-A1F52223E46C}" dt="2024-11-04T14:24:25.352" v="1661" actId="21"/>
          <ac:spMkLst>
            <pc:docMk/>
            <pc:sldMk cId="2242145815" sldId="265"/>
            <ac:spMk id="2" creationId="{C5D091C1-AF0B-57D2-96F8-E889905D0EEE}"/>
          </ac:spMkLst>
        </pc:spChg>
        <pc:spChg chg="del">
          <ac:chgData name="prakhar kochhar" userId="1a27a6da4cd97012" providerId="LiveId" clId="{897A6174-7593-48E5-AD7E-A1F52223E46C}" dt="2024-11-04T14:24:20.094" v="1660"/>
          <ac:spMkLst>
            <pc:docMk/>
            <pc:sldMk cId="2242145815" sldId="265"/>
            <ac:spMk id="3" creationId="{19E85C46-F30B-799E-4AA4-8EBF7F340808}"/>
          </ac:spMkLst>
        </pc:spChg>
        <pc:spChg chg="add mod">
          <ac:chgData name="prakhar kochhar" userId="1a27a6da4cd97012" providerId="LiveId" clId="{897A6174-7593-48E5-AD7E-A1F52223E46C}" dt="2024-11-04T14:32:28.557" v="1672" actId="14100"/>
          <ac:spMkLst>
            <pc:docMk/>
            <pc:sldMk cId="2242145815" sldId="265"/>
            <ac:spMk id="4" creationId="{B463CA51-0DB8-69E9-4CED-7559BD99EF84}"/>
          </ac:spMkLst>
        </pc:spChg>
        <pc:spChg chg="add mod">
          <ac:chgData name="prakhar kochhar" userId="1a27a6da4cd97012" providerId="LiveId" clId="{897A6174-7593-48E5-AD7E-A1F52223E46C}" dt="2024-11-04T14:33:45.894" v="1707" actId="14100"/>
          <ac:spMkLst>
            <pc:docMk/>
            <pc:sldMk cId="2242145815" sldId="265"/>
            <ac:spMk id="5" creationId="{25A037F5-8001-D557-CB57-EDCBD7AB80AF}"/>
          </ac:spMkLst>
        </pc:spChg>
      </pc:sldChg>
      <pc:sldChg chg="modSp new mod">
        <pc:chgData name="prakhar kochhar" userId="1a27a6da4cd97012" providerId="LiveId" clId="{897A6174-7593-48E5-AD7E-A1F52223E46C}" dt="2024-11-04T14:34:50.300" v="1715" actId="14100"/>
        <pc:sldMkLst>
          <pc:docMk/>
          <pc:sldMk cId="1992992532" sldId="266"/>
        </pc:sldMkLst>
        <pc:spChg chg="mod">
          <ac:chgData name="prakhar kochhar" userId="1a27a6da4cd97012" providerId="LiveId" clId="{897A6174-7593-48E5-AD7E-A1F52223E46C}" dt="2024-11-04T14:34:50.300" v="1715" actId="14100"/>
          <ac:spMkLst>
            <pc:docMk/>
            <pc:sldMk cId="1992992532" sldId="266"/>
            <ac:spMk id="2" creationId="{6BB44489-C304-66B8-4845-EA056F18983A}"/>
          </ac:spMkLst>
        </pc:spChg>
        <pc:spChg chg="mod">
          <ac:chgData name="prakhar kochhar" userId="1a27a6da4cd97012" providerId="LiveId" clId="{897A6174-7593-48E5-AD7E-A1F52223E46C}" dt="2024-11-04T14:34:43.719" v="1713" actId="1076"/>
          <ac:spMkLst>
            <pc:docMk/>
            <pc:sldMk cId="1992992532" sldId="266"/>
            <ac:spMk id="3" creationId="{22619476-7DF9-7ADB-46B2-87FB3FFF4AC3}"/>
          </ac:spMkLst>
        </pc:spChg>
      </pc:sldChg>
      <pc:sldChg chg="modSp new mod">
        <pc:chgData name="prakhar kochhar" userId="1a27a6da4cd97012" providerId="LiveId" clId="{897A6174-7593-48E5-AD7E-A1F52223E46C}" dt="2024-11-04T14:35:24.724" v="1748" actId="20577"/>
        <pc:sldMkLst>
          <pc:docMk/>
          <pc:sldMk cId="1067309750" sldId="267"/>
        </pc:sldMkLst>
        <pc:spChg chg="mod">
          <ac:chgData name="prakhar kochhar" userId="1a27a6da4cd97012" providerId="LiveId" clId="{897A6174-7593-48E5-AD7E-A1F52223E46C}" dt="2024-11-04T14:35:24.724" v="1748" actId="20577"/>
          <ac:spMkLst>
            <pc:docMk/>
            <pc:sldMk cId="1067309750" sldId="267"/>
            <ac:spMk id="2" creationId="{345B623C-92FD-D8AF-9F73-6A1D49283476}"/>
          </ac:spMkLst>
        </pc:spChg>
      </pc:sldChg>
      <pc:sldChg chg="modSp new mod">
        <pc:chgData name="prakhar kochhar" userId="1a27a6da4cd97012" providerId="LiveId" clId="{897A6174-7593-48E5-AD7E-A1F52223E46C}" dt="2024-11-04T14:35:50.632" v="1764" actId="1076"/>
        <pc:sldMkLst>
          <pc:docMk/>
          <pc:sldMk cId="3865684211" sldId="268"/>
        </pc:sldMkLst>
        <pc:spChg chg="mod">
          <ac:chgData name="prakhar kochhar" userId="1a27a6da4cd97012" providerId="LiveId" clId="{897A6174-7593-48E5-AD7E-A1F52223E46C}" dt="2024-11-04T14:35:50.632" v="1764" actId="1076"/>
          <ac:spMkLst>
            <pc:docMk/>
            <pc:sldMk cId="3865684211" sldId="268"/>
            <ac:spMk id="2" creationId="{66525685-A21F-4AEC-91AD-EF47F5A97918}"/>
          </ac:spMkLst>
        </pc:spChg>
      </pc:sldChg>
      <pc:sldMasterChg chg="del delSldLayout">
        <pc:chgData name="prakhar kochhar" userId="1a27a6da4cd97012" providerId="LiveId" clId="{897A6174-7593-48E5-AD7E-A1F52223E46C}" dt="2024-11-04T12:15:49.707" v="8" actId="26606"/>
        <pc:sldMasterMkLst>
          <pc:docMk/>
          <pc:sldMasterMk cId="3195269381" sldId="2147483648"/>
        </pc:sldMasterMkLst>
        <pc:sldLayoutChg chg="del">
          <pc:chgData name="prakhar kochhar" userId="1a27a6da4cd97012" providerId="LiveId" clId="{897A6174-7593-48E5-AD7E-A1F52223E46C}" dt="2024-11-04T12:15:49.707" v="8" actId="26606"/>
          <pc:sldLayoutMkLst>
            <pc:docMk/>
            <pc:sldMasterMk cId="3195269381" sldId="2147483648"/>
            <pc:sldLayoutMk cId="23448275" sldId="2147483649"/>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2250822282" sldId="2147483650"/>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628362984" sldId="2147483651"/>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4091092894" sldId="2147483652"/>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809048830" sldId="2147483653"/>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4001607577" sldId="2147483654"/>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1044795858" sldId="2147483655"/>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1475299516" sldId="2147483656"/>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2566161802" sldId="2147483657"/>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521795176" sldId="2147483658"/>
          </pc:sldLayoutMkLst>
        </pc:sldLayoutChg>
        <pc:sldLayoutChg chg="del">
          <pc:chgData name="prakhar kochhar" userId="1a27a6da4cd97012" providerId="LiveId" clId="{897A6174-7593-48E5-AD7E-A1F52223E46C}" dt="2024-11-04T12:15:49.707" v="8" actId="26606"/>
          <pc:sldLayoutMkLst>
            <pc:docMk/>
            <pc:sldMasterMk cId="3195269381" sldId="2147483648"/>
            <pc:sldLayoutMk cId="4143225684" sldId="2147483659"/>
          </pc:sldLayoutMkLst>
        </pc:sldLayoutChg>
      </pc:sldMasterChg>
      <pc:sldMasterChg chg="add del replId addSldLayout delSldLayout">
        <pc:chgData name="prakhar kochhar" userId="1a27a6da4cd97012" providerId="LiveId" clId="{897A6174-7593-48E5-AD7E-A1F52223E46C}" dt="2024-11-04T12:16:03.149" v="10" actId="26606"/>
        <pc:sldMasterMkLst>
          <pc:docMk/>
          <pc:sldMasterMk cId="4056524525" sldId="2147483660"/>
        </pc:sldMasterMkLst>
        <pc:sldLayoutChg chg="add del">
          <pc:chgData name="prakhar kochhar" userId="1a27a6da4cd97012" providerId="LiveId" clId="{897A6174-7593-48E5-AD7E-A1F52223E46C}" dt="2024-11-04T12:16:03.149" v="10" actId="26606"/>
          <pc:sldLayoutMkLst>
            <pc:docMk/>
            <pc:sldMasterMk cId="4056524525" sldId="2147483660"/>
            <pc:sldLayoutMk cId="2322185253" sldId="2147483661"/>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3521604348" sldId="2147483662"/>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2318443688" sldId="2147483663"/>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2349531436" sldId="2147483664"/>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1021073628" sldId="2147483665"/>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1005891249" sldId="2147483666"/>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2197551305" sldId="2147483667"/>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2679495471" sldId="2147483668"/>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2856095082" sldId="2147483669"/>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149115986" sldId="2147483670"/>
          </pc:sldLayoutMkLst>
        </pc:sldLayoutChg>
        <pc:sldLayoutChg chg="add del replId">
          <pc:chgData name="prakhar kochhar" userId="1a27a6da4cd97012" providerId="LiveId" clId="{897A6174-7593-48E5-AD7E-A1F52223E46C}" dt="2024-11-04T12:16:03.149" v="10" actId="26606"/>
          <pc:sldLayoutMkLst>
            <pc:docMk/>
            <pc:sldMasterMk cId="4056524525" sldId="2147483660"/>
            <pc:sldLayoutMk cId="1760193071" sldId="2147483671"/>
          </pc:sldLayoutMkLst>
        </pc:sldLayoutChg>
      </pc:sldMasterChg>
      <pc:sldMasterChg chg="add del addSldLayout delSldLayout">
        <pc:chgData name="prakhar kochhar" userId="1a27a6da4cd97012" providerId="LiveId" clId="{897A6174-7593-48E5-AD7E-A1F52223E46C}" dt="2024-11-04T12:17:32.490" v="17" actId="26606"/>
        <pc:sldMasterMkLst>
          <pc:docMk/>
          <pc:sldMasterMk cId="715644289" sldId="2147483695"/>
        </pc:sldMasterMkLst>
        <pc:sldLayoutChg chg="add del">
          <pc:chgData name="prakhar kochhar" userId="1a27a6da4cd97012" providerId="LiveId" clId="{897A6174-7593-48E5-AD7E-A1F52223E46C}" dt="2024-11-04T12:17:32.490" v="17" actId="26606"/>
          <pc:sldLayoutMkLst>
            <pc:docMk/>
            <pc:sldMasterMk cId="715644289" sldId="2147483695"/>
            <pc:sldLayoutMk cId="1865383474" sldId="2147483684"/>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535357687" sldId="2147483685"/>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2950021465" sldId="2147483686"/>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1318849111" sldId="2147483687"/>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4180484229" sldId="2147483688"/>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1127416718" sldId="2147483689"/>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4045283774" sldId="2147483690"/>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802038932" sldId="2147483691"/>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2831223189" sldId="2147483692"/>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864357523" sldId="2147483693"/>
          </pc:sldLayoutMkLst>
        </pc:sldLayoutChg>
        <pc:sldLayoutChg chg="add del">
          <pc:chgData name="prakhar kochhar" userId="1a27a6da4cd97012" providerId="LiveId" clId="{897A6174-7593-48E5-AD7E-A1F52223E46C}" dt="2024-11-04T12:17:32.490" v="17" actId="26606"/>
          <pc:sldLayoutMkLst>
            <pc:docMk/>
            <pc:sldMasterMk cId="715644289" sldId="2147483695"/>
            <pc:sldLayoutMk cId="2366438940" sldId="2147483694"/>
          </pc:sldLayoutMkLst>
        </pc:sldLayoutChg>
      </pc:sldMasterChg>
      <pc:sldMasterChg chg="add addSldLayout">
        <pc:chgData name="prakhar kochhar" userId="1a27a6da4cd97012" providerId="LiveId" clId="{897A6174-7593-48E5-AD7E-A1F52223E46C}" dt="2024-11-04T12:17:32.490" v="17" actId="26606"/>
        <pc:sldMasterMkLst>
          <pc:docMk/>
          <pc:sldMasterMk cId="1195939441" sldId="2147483696"/>
        </pc:sldMasterMkLst>
        <pc:sldLayoutChg chg="add">
          <pc:chgData name="prakhar kochhar" userId="1a27a6da4cd97012" providerId="LiveId" clId="{897A6174-7593-48E5-AD7E-A1F52223E46C}" dt="2024-11-04T12:17:32.490" v="17" actId="26606"/>
          <pc:sldLayoutMkLst>
            <pc:docMk/>
            <pc:sldMasterMk cId="1195939441" sldId="2147483696"/>
            <pc:sldLayoutMk cId="3147191100" sldId="2147483697"/>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2151665496" sldId="2147483698"/>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2794610445" sldId="2147483699"/>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147737421" sldId="2147483700"/>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2236492180" sldId="2147483701"/>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420301717" sldId="2147483702"/>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1397341311" sldId="2147483703"/>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2631491848" sldId="2147483704"/>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1547370279" sldId="2147483705"/>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2038041675" sldId="2147483706"/>
          </pc:sldLayoutMkLst>
        </pc:sldLayoutChg>
        <pc:sldLayoutChg chg="add">
          <pc:chgData name="prakhar kochhar" userId="1a27a6da4cd97012" providerId="LiveId" clId="{897A6174-7593-48E5-AD7E-A1F52223E46C}" dt="2024-11-04T12:17:32.490" v="17" actId="26606"/>
          <pc:sldLayoutMkLst>
            <pc:docMk/>
            <pc:sldMasterMk cId="1195939441" sldId="2147483696"/>
            <pc:sldLayoutMk cId="1243444042" sldId="2147483707"/>
          </pc:sldLayoutMkLst>
        </pc:sldLayoutChg>
      </pc:sldMaster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9199DF-3496-4A5C-83E8-F3950508B43C}"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72600875-76B1-47D9-B0F1-86C49C2CFE9A}">
      <dgm:prSet/>
      <dgm:spPr/>
      <dgm:t>
        <a:bodyPr/>
        <a:lstStyle/>
        <a:p>
          <a:pPr>
            <a:lnSpc>
              <a:spcPct val="100000"/>
            </a:lnSpc>
            <a:defRPr b="1"/>
          </a:pPr>
          <a:r>
            <a:rPr lang="en-GB" dirty="0"/>
            <a:t>Introduction to the Business(NutriFit)</a:t>
          </a:r>
          <a:endParaRPr lang="en-US" dirty="0"/>
        </a:p>
      </dgm:t>
    </dgm:pt>
    <dgm:pt modelId="{211EE91A-FF56-456A-B717-F29057335EEA}" type="parTrans" cxnId="{9E61393C-B216-4AE9-99AD-CFEF360A168A}">
      <dgm:prSet/>
      <dgm:spPr/>
      <dgm:t>
        <a:bodyPr/>
        <a:lstStyle/>
        <a:p>
          <a:endParaRPr lang="en-US"/>
        </a:p>
      </dgm:t>
    </dgm:pt>
    <dgm:pt modelId="{08877232-749E-4C08-88AD-E4B37F3B9AF1}" type="sibTrans" cxnId="{9E61393C-B216-4AE9-99AD-CFEF360A168A}">
      <dgm:prSet/>
      <dgm:spPr/>
      <dgm:t>
        <a:bodyPr/>
        <a:lstStyle/>
        <a:p>
          <a:endParaRPr lang="en-US"/>
        </a:p>
      </dgm:t>
    </dgm:pt>
    <dgm:pt modelId="{86CA0DC5-4B4A-49E7-8673-8C98FBA36871}">
      <dgm:prSet/>
      <dgm:spPr/>
      <dgm:t>
        <a:bodyPr/>
        <a:lstStyle/>
        <a:p>
          <a:pPr>
            <a:lnSpc>
              <a:spcPct val="100000"/>
            </a:lnSpc>
            <a:defRPr b="1"/>
          </a:pPr>
          <a:r>
            <a:rPr lang="en-GB"/>
            <a:t>Data Used</a:t>
          </a:r>
          <a:endParaRPr lang="en-US"/>
        </a:p>
      </dgm:t>
    </dgm:pt>
    <dgm:pt modelId="{D11D3965-3FEF-45F1-95AC-3250C09D4243}" type="parTrans" cxnId="{3101DE46-D1D4-4786-A61E-79C31F2630BB}">
      <dgm:prSet/>
      <dgm:spPr/>
      <dgm:t>
        <a:bodyPr/>
        <a:lstStyle/>
        <a:p>
          <a:endParaRPr lang="en-US"/>
        </a:p>
      </dgm:t>
    </dgm:pt>
    <dgm:pt modelId="{67F10FA1-A4B3-41A8-A3A9-D91885519579}" type="sibTrans" cxnId="{3101DE46-D1D4-4786-A61E-79C31F2630BB}">
      <dgm:prSet/>
      <dgm:spPr/>
      <dgm:t>
        <a:bodyPr/>
        <a:lstStyle/>
        <a:p>
          <a:endParaRPr lang="en-US"/>
        </a:p>
      </dgm:t>
    </dgm:pt>
    <dgm:pt modelId="{F0242E1A-4D27-49A3-B2DB-B4FC26E4569A}">
      <dgm:prSet/>
      <dgm:spPr/>
      <dgm:t>
        <a:bodyPr/>
        <a:lstStyle/>
        <a:p>
          <a:pPr>
            <a:lnSpc>
              <a:spcPct val="100000"/>
            </a:lnSpc>
            <a:defRPr b="1"/>
          </a:pPr>
          <a:r>
            <a:rPr lang="en-IN" i="0"/>
            <a:t>Analysis</a:t>
          </a:r>
          <a:endParaRPr lang="en-US"/>
        </a:p>
      </dgm:t>
    </dgm:pt>
    <dgm:pt modelId="{4621A478-D75C-498E-B016-1B4042F829EE}" type="parTrans" cxnId="{D819FF10-B66B-4D1F-A792-07D4532E61D3}">
      <dgm:prSet/>
      <dgm:spPr/>
      <dgm:t>
        <a:bodyPr/>
        <a:lstStyle/>
        <a:p>
          <a:endParaRPr lang="en-US"/>
        </a:p>
      </dgm:t>
    </dgm:pt>
    <dgm:pt modelId="{D4E0F6D3-5852-4445-8FC9-1FCE9619DA87}" type="sibTrans" cxnId="{D819FF10-B66B-4D1F-A792-07D4532E61D3}">
      <dgm:prSet/>
      <dgm:spPr/>
      <dgm:t>
        <a:bodyPr/>
        <a:lstStyle/>
        <a:p>
          <a:endParaRPr lang="en-US"/>
        </a:p>
      </dgm:t>
    </dgm:pt>
    <dgm:pt modelId="{68116653-93B2-462B-A37F-37B1FCBAC200}">
      <dgm:prSet/>
      <dgm:spPr/>
      <dgm:t>
        <a:bodyPr/>
        <a:lstStyle/>
        <a:p>
          <a:pPr>
            <a:lnSpc>
              <a:spcPct val="100000"/>
            </a:lnSpc>
            <a:defRPr b="1"/>
          </a:pPr>
          <a:r>
            <a:rPr lang="en-IN" i="0"/>
            <a:t>What questions need to be asked</a:t>
          </a:r>
          <a:endParaRPr lang="en-US"/>
        </a:p>
      </dgm:t>
    </dgm:pt>
    <dgm:pt modelId="{E06E0F44-D40C-4E17-AB2B-EBB44E43707A}" type="parTrans" cxnId="{D990D4A6-DB50-48E1-A808-AB623A782E29}">
      <dgm:prSet/>
      <dgm:spPr/>
      <dgm:t>
        <a:bodyPr/>
        <a:lstStyle/>
        <a:p>
          <a:endParaRPr lang="en-US"/>
        </a:p>
      </dgm:t>
    </dgm:pt>
    <dgm:pt modelId="{433E2A34-064E-4E58-A3B9-498E4A579451}" type="sibTrans" cxnId="{D990D4A6-DB50-48E1-A808-AB623A782E29}">
      <dgm:prSet/>
      <dgm:spPr/>
      <dgm:t>
        <a:bodyPr/>
        <a:lstStyle/>
        <a:p>
          <a:endParaRPr lang="en-US"/>
        </a:p>
      </dgm:t>
    </dgm:pt>
    <dgm:pt modelId="{D552DF7E-B9E4-450D-AC39-3735DEBAB77E}">
      <dgm:prSet/>
      <dgm:spPr/>
      <dgm:t>
        <a:bodyPr/>
        <a:lstStyle/>
        <a:p>
          <a:pPr>
            <a:lnSpc>
              <a:spcPct val="100000"/>
            </a:lnSpc>
            <a:defRPr b="1"/>
          </a:pPr>
          <a:r>
            <a:rPr lang="en-IN" i="0"/>
            <a:t>Analytical Application</a:t>
          </a:r>
          <a:endParaRPr lang="en-US"/>
        </a:p>
      </dgm:t>
    </dgm:pt>
    <dgm:pt modelId="{E8EB990E-9D5E-4A6D-BB55-D2F1CBF2053B}" type="parTrans" cxnId="{BC00AE4A-6DC6-48C6-BD39-7A3E7AB7BBBD}">
      <dgm:prSet/>
      <dgm:spPr/>
      <dgm:t>
        <a:bodyPr/>
        <a:lstStyle/>
        <a:p>
          <a:endParaRPr lang="en-US"/>
        </a:p>
      </dgm:t>
    </dgm:pt>
    <dgm:pt modelId="{46FBC21A-E429-4963-A2CD-679FEF3364E9}" type="sibTrans" cxnId="{BC00AE4A-6DC6-48C6-BD39-7A3E7AB7BBBD}">
      <dgm:prSet/>
      <dgm:spPr/>
      <dgm:t>
        <a:bodyPr/>
        <a:lstStyle/>
        <a:p>
          <a:endParaRPr lang="en-US"/>
        </a:p>
      </dgm:t>
    </dgm:pt>
    <dgm:pt modelId="{83309142-2208-43E0-BEDF-D5DE64A7A75D}">
      <dgm:prSet/>
      <dgm:spPr/>
      <dgm:t>
        <a:bodyPr/>
        <a:lstStyle/>
        <a:p>
          <a:pPr>
            <a:lnSpc>
              <a:spcPct val="100000"/>
            </a:lnSpc>
            <a:defRPr b="1"/>
          </a:pPr>
          <a:r>
            <a:rPr lang="en-IN" i="0"/>
            <a:t>Big Data Sources</a:t>
          </a:r>
          <a:endParaRPr lang="en-US"/>
        </a:p>
      </dgm:t>
    </dgm:pt>
    <dgm:pt modelId="{2CD7FE78-8F5C-4B8D-B094-FA78FD1BB46A}" type="parTrans" cxnId="{3A935838-0C4F-437D-8EA4-E03F7262D12A}">
      <dgm:prSet/>
      <dgm:spPr/>
      <dgm:t>
        <a:bodyPr/>
        <a:lstStyle/>
        <a:p>
          <a:endParaRPr lang="en-US"/>
        </a:p>
      </dgm:t>
    </dgm:pt>
    <dgm:pt modelId="{BB55B297-8668-4AC8-8421-1EBB759726C7}" type="sibTrans" cxnId="{3A935838-0C4F-437D-8EA4-E03F7262D12A}">
      <dgm:prSet/>
      <dgm:spPr/>
      <dgm:t>
        <a:bodyPr/>
        <a:lstStyle/>
        <a:p>
          <a:endParaRPr lang="en-US"/>
        </a:p>
      </dgm:t>
    </dgm:pt>
    <dgm:pt modelId="{4F5E79C6-E8F0-4A10-BE8B-10B45BC5E8DD}">
      <dgm:prSet/>
      <dgm:spPr/>
      <dgm:t>
        <a:bodyPr/>
        <a:lstStyle/>
        <a:p>
          <a:pPr>
            <a:lnSpc>
              <a:spcPct val="100000"/>
            </a:lnSpc>
            <a:defRPr b="1"/>
          </a:pPr>
          <a:r>
            <a:rPr lang="en-IN" i="0"/>
            <a:t>Predictions</a:t>
          </a:r>
          <a:endParaRPr lang="en-US"/>
        </a:p>
      </dgm:t>
    </dgm:pt>
    <dgm:pt modelId="{A4D8468E-1C11-46F6-A902-65A159D97CDD}" type="parTrans" cxnId="{40F4D303-F4B6-4727-90B7-E3E063440F5F}">
      <dgm:prSet/>
      <dgm:spPr/>
      <dgm:t>
        <a:bodyPr/>
        <a:lstStyle/>
        <a:p>
          <a:endParaRPr lang="en-US"/>
        </a:p>
      </dgm:t>
    </dgm:pt>
    <dgm:pt modelId="{AB99FA10-BC00-447B-AC4A-DD7DCF72DD5E}" type="sibTrans" cxnId="{40F4D303-F4B6-4727-90B7-E3E063440F5F}">
      <dgm:prSet/>
      <dgm:spPr/>
      <dgm:t>
        <a:bodyPr/>
        <a:lstStyle/>
        <a:p>
          <a:endParaRPr lang="en-US"/>
        </a:p>
      </dgm:t>
    </dgm:pt>
    <dgm:pt modelId="{36220DB6-6928-433B-B371-D714376E0302}" type="pres">
      <dgm:prSet presAssocID="{869199DF-3496-4A5C-83E8-F3950508B43C}" presName="vert0" presStyleCnt="0">
        <dgm:presLayoutVars>
          <dgm:dir/>
          <dgm:animOne val="branch"/>
          <dgm:animLvl val="lvl"/>
        </dgm:presLayoutVars>
      </dgm:prSet>
      <dgm:spPr/>
    </dgm:pt>
    <dgm:pt modelId="{281D6962-2E6B-4331-95C1-07CC638AA3CC}" type="pres">
      <dgm:prSet presAssocID="{72600875-76B1-47D9-B0F1-86C49C2CFE9A}" presName="thickLine" presStyleLbl="alignNode1" presStyleIdx="0" presStyleCnt="7"/>
      <dgm:spPr/>
    </dgm:pt>
    <dgm:pt modelId="{7C8D118B-6EB8-412F-8B7D-3E10293202CD}" type="pres">
      <dgm:prSet presAssocID="{72600875-76B1-47D9-B0F1-86C49C2CFE9A}" presName="horz1" presStyleCnt="0"/>
      <dgm:spPr/>
    </dgm:pt>
    <dgm:pt modelId="{C89A011F-311B-4C16-A66C-B89C0451F82F}" type="pres">
      <dgm:prSet presAssocID="{72600875-76B1-47D9-B0F1-86C49C2CFE9A}" presName="tx1" presStyleLbl="revTx" presStyleIdx="0" presStyleCnt="7"/>
      <dgm:spPr/>
    </dgm:pt>
    <dgm:pt modelId="{351D0437-A96D-400A-9876-1E6641A08B63}" type="pres">
      <dgm:prSet presAssocID="{72600875-76B1-47D9-B0F1-86C49C2CFE9A}" presName="vert1" presStyleCnt="0"/>
      <dgm:spPr/>
    </dgm:pt>
    <dgm:pt modelId="{E4AAC3AA-D261-42C3-B904-C76E8C9982E6}" type="pres">
      <dgm:prSet presAssocID="{86CA0DC5-4B4A-49E7-8673-8C98FBA36871}" presName="thickLine" presStyleLbl="alignNode1" presStyleIdx="1" presStyleCnt="7"/>
      <dgm:spPr/>
    </dgm:pt>
    <dgm:pt modelId="{ADA0465B-78B2-4B0E-AD38-84EAFA2E65CC}" type="pres">
      <dgm:prSet presAssocID="{86CA0DC5-4B4A-49E7-8673-8C98FBA36871}" presName="horz1" presStyleCnt="0"/>
      <dgm:spPr/>
    </dgm:pt>
    <dgm:pt modelId="{E4ED6384-0DCE-439C-B2D4-ED2D3EFF2FA3}" type="pres">
      <dgm:prSet presAssocID="{86CA0DC5-4B4A-49E7-8673-8C98FBA36871}" presName="tx1" presStyleLbl="revTx" presStyleIdx="1" presStyleCnt="7"/>
      <dgm:spPr/>
    </dgm:pt>
    <dgm:pt modelId="{AEFEFEA3-5669-4179-B8BB-C5643DDA6B20}" type="pres">
      <dgm:prSet presAssocID="{86CA0DC5-4B4A-49E7-8673-8C98FBA36871}" presName="vert1" presStyleCnt="0"/>
      <dgm:spPr/>
    </dgm:pt>
    <dgm:pt modelId="{310453E1-592B-4D15-BF3F-61E51E532113}" type="pres">
      <dgm:prSet presAssocID="{F0242E1A-4D27-49A3-B2DB-B4FC26E4569A}" presName="thickLine" presStyleLbl="alignNode1" presStyleIdx="2" presStyleCnt="7"/>
      <dgm:spPr/>
    </dgm:pt>
    <dgm:pt modelId="{F7868D28-3D0E-41BD-BA14-048F67D936A5}" type="pres">
      <dgm:prSet presAssocID="{F0242E1A-4D27-49A3-B2DB-B4FC26E4569A}" presName="horz1" presStyleCnt="0"/>
      <dgm:spPr/>
    </dgm:pt>
    <dgm:pt modelId="{AE2A9A98-A80E-43C1-88BC-ADEB4580BB24}" type="pres">
      <dgm:prSet presAssocID="{F0242E1A-4D27-49A3-B2DB-B4FC26E4569A}" presName="tx1" presStyleLbl="revTx" presStyleIdx="2" presStyleCnt="7"/>
      <dgm:spPr/>
    </dgm:pt>
    <dgm:pt modelId="{AFB2AE0D-F85D-4E09-AEFD-3F233B9E4EB0}" type="pres">
      <dgm:prSet presAssocID="{F0242E1A-4D27-49A3-B2DB-B4FC26E4569A}" presName="vert1" presStyleCnt="0"/>
      <dgm:spPr/>
    </dgm:pt>
    <dgm:pt modelId="{2067D391-94DA-401B-AFE4-FE94E081A53E}" type="pres">
      <dgm:prSet presAssocID="{68116653-93B2-462B-A37F-37B1FCBAC200}" presName="thickLine" presStyleLbl="alignNode1" presStyleIdx="3" presStyleCnt="7"/>
      <dgm:spPr/>
    </dgm:pt>
    <dgm:pt modelId="{855E0F55-2F25-4A63-B0C0-877403766D36}" type="pres">
      <dgm:prSet presAssocID="{68116653-93B2-462B-A37F-37B1FCBAC200}" presName="horz1" presStyleCnt="0"/>
      <dgm:spPr/>
    </dgm:pt>
    <dgm:pt modelId="{70CBFF43-5E20-4643-8A4D-3663641CF4A6}" type="pres">
      <dgm:prSet presAssocID="{68116653-93B2-462B-A37F-37B1FCBAC200}" presName="tx1" presStyleLbl="revTx" presStyleIdx="3" presStyleCnt="7"/>
      <dgm:spPr/>
    </dgm:pt>
    <dgm:pt modelId="{C864BD6D-F0AA-4CCD-B5B5-585380CC6792}" type="pres">
      <dgm:prSet presAssocID="{68116653-93B2-462B-A37F-37B1FCBAC200}" presName="vert1" presStyleCnt="0"/>
      <dgm:spPr/>
    </dgm:pt>
    <dgm:pt modelId="{EF9C2DA3-9CCA-4BC7-9AC6-93BB17B17A6F}" type="pres">
      <dgm:prSet presAssocID="{D552DF7E-B9E4-450D-AC39-3735DEBAB77E}" presName="thickLine" presStyleLbl="alignNode1" presStyleIdx="4" presStyleCnt="7"/>
      <dgm:spPr/>
    </dgm:pt>
    <dgm:pt modelId="{968BB424-065D-4ACB-9967-33218EA1FC51}" type="pres">
      <dgm:prSet presAssocID="{D552DF7E-B9E4-450D-AC39-3735DEBAB77E}" presName="horz1" presStyleCnt="0"/>
      <dgm:spPr/>
    </dgm:pt>
    <dgm:pt modelId="{4D8A4DF6-D0A1-44C2-BA11-5BBC85EC770B}" type="pres">
      <dgm:prSet presAssocID="{D552DF7E-B9E4-450D-AC39-3735DEBAB77E}" presName="tx1" presStyleLbl="revTx" presStyleIdx="4" presStyleCnt="7"/>
      <dgm:spPr/>
    </dgm:pt>
    <dgm:pt modelId="{90774392-16E6-4672-A958-43865C335D2C}" type="pres">
      <dgm:prSet presAssocID="{D552DF7E-B9E4-450D-AC39-3735DEBAB77E}" presName="vert1" presStyleCnt="0"/>
      <dgm:spPr/>
    </dgm:pt>
    <dgm:pt modelId="{47336D7C-8DEC-4A7D-B427-9E8902F412E1}" type="pres">
      <dgm:prSet presAssocID="{83309142-2208-43E0-BEDF-D5DE64A7A75D}" presName="thickLine" presStyleLbl="alignNode1" presStyleIdx="5" presStyleCnt="7"/>
      <dgm:spPr/>
    </dgm:pt>
    <dgm:pt modelId="{A73C3E61-9E1B-4DAE-853E-A5BD2075ACF0}" type="pres">
      <dgm:prSet presAssocID="{83309142-2208-43E0-BEDF-D5DE64A7A75D}" presName="horz1" presStyleCnt="0"/>
      <dgm:spPr/>
    </dgm:pt>
    <dgm:pt modelId="{89FC69BD-1BDD-40AF-B1A3-400D41C21A99}" type="pres">
      <dgm:prSet presAssocID="{83309142-2208-43E0-BEDF-D5DE64A7A75D}" presName="tx1" presStyleLbl="revTx" presStyleIdx="5" presStyleCnt="7"/>
      <dgm:spPr/>
    </dgm:pt>
    <dgm:pt modelId="{CB2CA5D4-065B-4910-88E5-076192D3CC55}" type="pres">
      <dgm:prSet presAssocID="{83309142-2208-43E0-BEDF-D5DE64A7A75D}" presName="vert1" presStyleCnt="0"/>
      <dgm:spPr/>
    </dgm:pt>
    <dgm:pt modelId="{E6390B54-A64A-4E22-A2A7-F33FD5CE20DE}" type="pres">
      <dgm:prSet presAssocID="{4F5E79C6-E8F0-4A10-BE8B-10B45BC5E8DD}" presName="thickLine" presStyleLbl="alignNode1" presStyleIdx="6" presStyleCnt="7"/>
      <dgm:spPr/>
    </dgm:pt>
    <dgm:pt modelId="{D0225EF0-47FF-4465-B31F-93EB17D1FD92}" type="pres">
      <dgm:prSet presAssocID="{4F5E79C6-E8F0-4A10-BE8B-10B45BC5E8DD}" presName="horz1" presStyleCnt="0"/>
      <dgm:spPr/>
    </dgm:pt>
    <dgm:pt modelId="{0373B88B-FD8A-4C42-BD5B-AE668F56979D}" type="pres">
      <dgm:prSet presAssocID="{4F5E79C6-E8F0-4A10-BE8B-10B45BC5E8DD}" presName="tx1" presStyleLbl="revTx" presStyleIdx="6" presStyleCnt="7"/>
      <dgm:spPr/>
    </dgm:pt>
    <dgm:pt modelId="{BBED0CF2-7EC5-4A3B-9CA2-2862BF27F9EE}" type="pres">
      <dgm:prSet presAssocID="{4F5E79C6-E8F0-4A10-BE8B-10B45BC5E8DD}" presName="vert1" presStyleCnt="0"/>
      <dgm:spPr/>
    </dgm:pt>
  </dgm:ptLst>
  <dgm:cxnLst>
    <dgm:cxn modelId="{40F4D303-F4B6-4727-90B7-E3E063440F5F}" srcId="{869199DF-3496-4A5C-83E8-F3950508B43C}" destId="{4F5E79C6-E8F0-4A10-BE8B-10B45BC5E8DD}" srcOrd="6" destOrd="0" parTransId="{A4D8468E-1C11-46F6-A902-65A159D97CDD}" sibTransId="{AB99FA10-BC00-447B-AC4A-DD7DCF72DD5E}"/>
    <dgm:cxn modelId="{B0D0DF10-0977-45B1-BC25-F5D1B755B4A1}" type="presOf" srcId="{D552DF7E-B9E4-450D-AC39-3735DEBAB77E}" destId="{4D8A4DF6-D0A1-44C2-BA11-5BBC85EC770B}" srcOrd="0" destOrd="0" presId="urn:microsoft.com/office/officeart/2008/layout/LinedList"/>
    <dgm:cxn modelId="{D819FF10-B66B-4D1F-A792-07D4532E61D3}" srcId="{869199DF-3496-4A5C-83E8-F3950508B43C}" destId="{F0242E1A-4D27-49A3-B2DB-B4FC26E4569A}" srcOrd="2" destOrd="0" parTransId="{4621A478-D75C-498E-B016-1B4042F829EE}" sibTransId="{D4E0F6D3-5852-4445-8FC9-1FCE9619DA87}"/>
    <dgm:cxn modelId="{3A935838-0C4F-437D-8EA4-E03F7262D12A}" srcId="{869199DF-3496-4A5C-83E8-F3950508B43C}" destId="{83309142-2208-43E0-BEDF-D5DE64A7A75D}" srcOrd="5" destOrd="0" parTransId="{2CD7FE78-8F5C-4B8D-B094-FA78FD1BB46A}" sibTransId="{BB55B297-8668-4AC8-8421-1EBB759726C7}"/>
    <dgm:cxn modelId="{9E61393C-B216-4AE9-99AD-CFEF360A168A}" srcId="{869199DF-3496-4A5C-83E8-F3950508B43C}" destId="{72600875-76B1-47D9-B0F1-86C49C2CFE9A}" srcOrd="0" destOrd="0" parTransId="{211EE91A-FF56-456A-B717-F29057335EEA}" sibTransId="{08877232-749E-4C08-88AD-E4B37F3B9AF1}"/>
    <dgm:cxn modelId="{F818D446-FF97-4535-A933-C93036082CD2}" type="presOf" srcId="{F0242E1A-4D27-49A3-B2DB-B4FC26E4569A}" destId="{AE2A9A98-A80E-43C1-88BC-ADEB4580BB24}" srcOrd="0" destOrd="0" presId="urn:microsoft.com/office/officeart/2008/layout/LinedList"/>
    <dgm:cxn modelId="{3101DE46-D1D4-4786-A61E-79C31F2630BB}" srcId="{869199DF-3496-4A5C-83E8-F3950508B43C}" destId="{86CA0DC5-4B4A-49E7-8673-8C98FBA36871}" srcOrd="1" destOrd="0" parTransId="{D11D3965-3FEF-45F1-95AC-3250C09D4243}" sibTransId="{67F10FA1-A4B3-41A8-A3A9-D91885519579}"/>
    <dgm:cxn modelId="{BC00AE4A-6DC6-48C6-BD39-7A3E7AB7BBBD}" srcId="{869199DF-3496-4A5C-83E8-F3950508B43C}" destId="{D552DF7E-B9E4-450D-AC39-3735DEBAB77E}" srcOrd="4" destOrd="0" parTransId="{E8EB990E-9D5E-4A6D-BB55-D2F1CBF2053B}" sibTransId="{46FBC21A-E429-4963-A2CD-679FEF3364E9}"/>
    <dgm:cxn modelId="{B9F49857-6411-4198-B84E-150C6940ED59}" type="presOf" srcId="{4F5E79C6-E8F0-4A10-BE8B-10B45BC5E8DD}" destId="{0373B88B-FD8A-4C42-BD5B-AE668F56979D}" srcOrd="0" destOrd="0" presId="urn:microsoft.com/office/officeart/2008/layout/LinedList"/>
    <dgm:cxn modelId="{F8C5618F-D2E9-480D-BDB1-A6E65775D805}" type="presOf" srcId="{68116653-93B2-462B-A37F-37B1FCBAC200}" destId="{70CBFF43-5E20-4643-8A4D-3663641CF4A6}" srcOrd="0" destOrd="0" presId="urn:microsoft.com/office/officeart/2008/layout/LinedList"/>
    <dgm:cxn modelId="{D990D4A6-DB50-48E1-A808-AB623A782E29}" srcId="{869199DF-3496-4A5C-83E8-F3950508B43C}" destId="{68116653-93B2-462B-A37F-37B1FCBAC200}" srcOrd="3" destOrd="0" parTransId="{E06E0F44-D40C-4E17-AB2B-EBB44E43707A}" sibTransId="{433E2A34-064E-4E58-A3B9-498E4A579451}"/>
    <dgm:cxn modelId="{05BB8FB2-56D0-4F24-B11E-2EC7C8F80B19}" type="presOf" srcId="{869199DF-3496-4A5C-83E8-F3950508B43C}" destId="{36220DB6-6928-433B-B371-D714376E0302}" srcOrd="0" destOrd="0" presId="urn:microsoft.com/office/officeart/2008/layout/LinedList"/>
    <dgm:cxn modelId="{0C8FCFBF-AD6D-4C2A-949B-774EBEC9A09F}" type="presOf" srcId="{83309142-2208-43E0-BEDF-D5DE64A7A75D}" destId="{89FC69BD-1BDD-40AF-B1A3-400D41C21A99}" srcOrd="0" destOrd="0" presId="urn:microsoft.com/office/officeart/2008/layout/LinedList"/>
    <dgm:cxn modelId="{1A9A03D3-7EFA-47CE-9A04-D2283B5462A6}" type="presOf" srcId="{86CA0DC5-4B4A-49E7-8673-8C98FBA36871}" destId="{E4ED6384-0DCE-439C-B2D4-ED2D3EFF2FA3}" srcOrd="0" destOrd="0" presId="urn:microsoft.com/office/officeart/2008/layout/LinedList"/>
    <dgm:cxn modelId="{1387EFD5-B006-4524-AEF6-F470438C2207}" type="presOf" srcId="{72600875-76B1-47D9-B0F1-86C49C2CFE9A}" destId="{C89A011F-311B-4C16-A66C-B89C0451F82F}" srcOrd="0" destOrd="0" presId="urn:microsoft.com/office/officeart/2008/layout/LinedList"/>
    <dgm:cxn modelId="{518E652B-75B0-4A61-89E4-DCEF2D7DCDA6}" type="presParOf" srcId="{36220DB6-6928-433B-B371-D714376E0302}" destId="{281D6962-2E6B-4331-95C1-07CC638AA3CC}" srcOrd="0" destOrd="0" presId="urn:microsoft.com/office/officeart/2008/layout/LinedList"/>
    <dgm:cxn modelId="{90AED962-1E3F-4D97-B96D-AFB1B2A890A7}" type="presParOf" srcId="{36220DB6-6928-433B-B371-D714376E0302}" destId="{7C8D118B-6EB8-412F-8B7D-3E10293202CD}" srcOrd="1" destOrd="0" presId="urn:microsoft.com/office/officeart/2008/layout/LinedList"/>
    <dgm:cxn modelId="{612429DA-D8BA-4E99-AB7A-F2261FB6E0F5}" type="presParOf" srcId="{7C8D118B-6EB8-412F-8B7D-3E10293202CD}" destId="{C89A011F-311B-4C16-A66C-B89C0451F82F}" srcOrd="0" destOrd="0" presId="urn:microsoft.com/office/officeart/2008/layout/LinedList"/>
    <dgm:cxn modelId="{42F09B36-C99B-4668-A00B-65F8727826C4}" type="presParOf" srcId="{7C8D118B-6EB8-412F-8B7D-3E10293202CD}" destId="{351D0437-A96D-400A-9876-1E6641A08B63}" srcOrd="1" destOrd="0" presId="urn:microsoft.com/office/officeart/2008/layout/LinedList"/>
    <dgm:cxn modelId="{C14F336C-CE62-4F08-9981-0B25A2181913}" type="presParOf" srcId="{36220DB6-6928-433B-B371-D714376E0302}" destId="{E4AAC3AA-D261-42C3-B904-C76E8C9982E6}" srcOrd="2" destOrd="0" presId="urn:microsoft.com/office/officeart/2008/layout/LinedList"/>
    <dgm:cxn modelId="{F2390DF1-C6B8-4E63-B4A2-66D1A75A4C1D}" type="presParOf" srcId="{36220DB6-6928-433B-B371-D714376E0302}" destId="{ADA0465B-78B2-4B0E-AD38-84EAFA2E65CC}" srcOrd="3" destOrd="0" presId="urn:microsoft.com/office/officeart/2008/layout/LinedList"/>
    <dgm:cxn modelId="{75BB8160-DB05-4E87-A402-B4B58AC500B5}" type="presParOf" srcId="{ADA0465B-78B2-4B0E-AD38-84EAFA2E65CC}" destId="{E4ED6384-0DCE-439C-B2D4-ED2D3EFF2FA3}" srcOrd="0" destOrd="0" presId="urn:microsoft.com/office/officeart/2008/layout/LinedList"/>
    <dgm:cxn modelId="{FCBF81F3-C6BE-4CCB-98EE-857311912F31}" type="presParOf" srcId="{ADA0465B-78B2-4B0E-AD38-84EAFA2E65CC}" destId="{AEFEFEA3-5669-4179-B8BB-C5643DDA6B20}" srcOrd="1" destOrd="0" presId="urn:microsoft.com/office/officeart/2008/layout/LinedList"/>
    <dgm:cxn modelId="{C456142E-384B-4BD1-82CA-B3D1BC930959}" type="presParOf" srcId="{36220DB6-6928-433B-B371-D714376E0302}" destId="{310453E1-592B-4D15-BF3F-61E51E532113}" srcOrd="4" destOrd="0" presId="urn:microsoft.com/office/officeart/2008/layout/LinedList"/>
    <dgm:cxn modelId="{A7D6CCDC-7103-472A-B7D8-56A87A0F17BD}" type="presParOf" srcId="{36220DB6-6928-433B-B371-D714376E0302}" destId="{F7868D28-3D0E-41BD-BA14-048F67D936A5}" srcOrd="5" destOrd="0" presId="urn:microsoft.com/office/officeart/2008/layout/LinedList"/>
    <dgm:cxn modelId="{E8EC2B78-2920-4785-89A6-0D44AB9E8ADE}" type="presParOf" srcId="{F7868D28-3D0E-41BD-BA14-048F67D936A5}" destId="{AE2A9A98-A80E-43C1-88BC-ADEB4580BB24}" srcOrd="0" destOrd="0" presId="urn:microsoft.com/office/officeart/2008/layout/LinedList"/>
    <dgm:cxn modelId="{0659FC90-E83C-4D18-A9E0-AC732778BD7F}" type="presParOf" srcId="{F7868D28-3D0E-41BD-BA14-048F67D936A5}" destId="{AFB2AE0D-F85D-4E09-AEFD-3F233B9E4EB0}" srcOrd="1" destOrd="0" presId="urn:microsoft.com/office/officeart/2008/layout/LinedList"/>
    <dgm:cxn modelId="{6414AAC4-3C32-4114-AAB4-281EAFF00901}" type="presParOf" srcId="{36220DB6-6928-433B-B371-D714376E0302}" destId="{2067D391-94DA-401B-AFE4-FE94E081A53E}" srcOrd="6" destOrd="0" presId="urn:microsoft.com/office/officeart/2008/layout/LinedList"/>
    <dgm:cxn modelId="{4C52713B-B481-4B2E-9E72-37F205B24F10}" type="presParOf" srcId="{36220DB6-6928-433B-B371-D714376E0302}" destId="{855E0F55-2F25-4A63-B0C0-877403766D36}" srcOrd="7" destOrd="0" presId="urn:microsoft.com/office/officeart/2008/layout/LinedList"/>
    <dgm:cxn modelId="{50707AC9-AB50-40D6-83BF-3A23FFE89621}" type="presParOf" srcId="{855E0F55-2F25-4A63-B0C0-877403766D36}" destId="{70CBFF43-5E20-4643-8A4D-3663641CF4A6}" srcOrd="0" destOrd="0" presId="urn:microsoft.com/office/officeart/2008/layout/LinedList"/>
    <dgm:cxn modelId="{452792D1-A261-4EC4-8322-6C44FAAB6F7E}" type="presParOf" srcId="{855E0F55-2F25-4A63-B0C0-877403766D36}" destId="{C864BD6D-F0AA-4CCD-B5B5-585380CC6792}" srcOrd="1" destOrd="0" presId="urn:microsoft.com/office/officeart/2008/layout/LinedList"/>
    <dgm:cxn modelId="{469B94C5-761F-40D8-8331-BBBF1530BF76}" type="presParOf" srcId="{36220DB6-6928-433B-B371-D714376E0302}" destId="{EF9C2DA3-9CCA-4BC7-9AC6-93BB17B17A6F}" srcOrd="8" destOrd="0" presId="urn:microsoft.com/office/officeart/2008/layout/LinedList"/>
    <dgm:cxn modelId="{263E0AF2-D99F-429B-952B-3C0ABAB8A213}" type="presParOf" srcId="{36220DB6-6928-433B-B371-D714376E0302}" destId="{968BB424-065D-4ACB-9967-33218EA1FC51}" srcOrd="9" destOrd="0" presId="urn:microsoft.com/office/officeart/2008/layout/LinedList"/>
    <dgm:cxn modelId="{0EF0C0F7-6F9A-4CAB-8CDE-EA6879E95F2C}" type="presParOf" srcId="{968BB424-065D-4ACB-9967-33218EA1FC51}" destId="{4D8A4DF6-D0A1-44C2-BA11-5BBC85EC770B}" srcOrd="0" destOrd="0" presId="urn:microsoft.com/office/officeart/2008/layout/LinedList"/>
    <dgm:cxn modelId="{7CB6FDFB-8265-4D62-9238-5CBB62F555F6}" type="presParOf" srcId="{968BB424-065D-4ACB-9967-33218EA1FC51}" destId="{90774392-16E6-4672-A958-43865C335D2C}" srcOrd="1" destOrd="0" presId="urn:microsoft.com/office/officeart/2008/layout/LinedList"/>
    <dgm:cxn modelId="{00CD7082-5739-4A4D-8D5E-A5B53D00B8CF}" type="presParOf" srcId="{36220DB6-6928-433B-B371-D714376E0302}" destId="{47336D7C-8DEC-4A7D-B427-9E8902F412E1}" srcOrd="10" destOrd="0" presId="urn:microsoft.com/office/officeart/2008/layout/LinedList"/>
    <dgm:cxn modelId="{4D503A81-6C71-4C5F-AA91-60D49A70253B}" type="presParOf" srcId="{36220DB6-6928-433B-B371-D714376E0302}" destId="{A73C3E61-9E1B-4DAE-853E-A5BD2075ACF0}" srcOrd="11" destOrd="0" presId="urn:microsoft.com/office/officeart/2008/layout/LinedList"/>
    <dgm:cxn modelId="{6CA0EEBA-0386-4531-88D1-A006B567032E}" type="presParOf" srcId="{A73C3E61-9E1B-4DAE-853E-A5BD2075ACF0}" destId="{89FC69BD-1BDD-40AF-B1A3-400D41C21A99}" srcOrd="0" destOrd="0" presId="urn:microsoft.com/office/officeart/2008/layout/LinedList"/>
    <dgm:cxn modelId="{A3064A48-96B4-4618-A5D1-916D1CC0ECE3}" type="presParOf" srcId="{A73C3E61-9E1B-4DAE-853E-A5BD2075ACF0}" destId="{CB2CA5D4-065B-4910-88E5-076192D3CC55}" srcOrd="1" destOrd="0" presId="urn:microsoft.com/office/officeart/2008/layout/LinedList"/>
    <dgm:cxn modelId="{62FC9B85-F7FE-49B8-9940-1637D76786C6}" type="presParOf" srcId="{36220DB6-6928-433B-B371-D714376E0302}" destId="{E6390B54-A64A-4E22-A2A7-F33FD5CE20DE}" srcOrd="12" destOrd="0" presId="urn:microsoft.com/office/officeart/2008/layout/LinedList"/>
    <dgm:cxn modelId="{91376EAC-C640-4A03-9C2E-2F1956E19232}" type="presParOf" srcId="{36220DB6-6928-433B-B371-D714376E0302}" destId="{D0225EF0-47FF-4465-B31F-93EB17D1FD92}" srcOrd="13" destOrd="0" presId="urn:microsoft.com/office/officeart/2008/layout/LinedList"/>
    <dgm:cxn modelId="{2EBAD6F8-FC75-4FCC-882C-EA02B925907F}" type="presParOf" srcId="{D0225EF0-47FF-4465-B31F-93EB17D1FD92}" destId="{0373B88B-FD8A-4C42-BD5B-AE668F56979D}" srcOrd="0" destOrd="0" presId="urn:microsoft.com/office/officeart/2008/layout/LinedList"/>
    <dgm:cxn modelId="{4BB7CC88-8395-4E4B-921C-FD287FAC4FB2}" type="presParOf" srcId="{D0225EF0-47FF-4465-B31F-93EB17D1FD92}" destId="{BBED0CF2-7EC5-4A3B-9CA2-2862BF27F9E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EC190E-ABEF-4319-B6C6-B6946FFCB95F}" type="doc">
      <dgm:prSet loTypeId="urn:microsoft.com/office/officeart/2008/layout/LinedList" loCatId="list" qsTypeId="urn:microsoft.com/office/officeart/2005/8/quickstyle/simple4" qsCatId="simple" csTypeId="urn:microsoft.com/office/officeart/2005/8/colors/accent1_2" csCatId="accent1"/>
      <dgm:spPr/>
      <dgm:t>
        <a:bodyPr/>
        <a:lstStyle/>
        <a:p>
          <a:endParaRPr lang="en-US"/>
        </a:p>
      </dgm:t>
    </dgm:pt>
    <dgm:pt modelId="{0C0A43D9-574C-4D5B-A90E-1E37510648D3}">
      <dgm:prSet/>
      <dgm:spPr/>
      <dgm:t>
        <a:bodyPr/>
        <a:lstStyle/>
        <a:p>
          <a:r>
            <a:rPr lang="en-GB" dirty="0"/>
            <a:t>Prospective customer data - personal details of our prospective customers.</a:t>
          </a:r>
          <a:endParaRPr lang="en-US" dirty="0"/>
        </a:p>
      </dgm:t>
    </dgm:pt>
    <dgm:pt modelId="{C2EB755C-3B6A-44FF-B9B3-B6C77DB225C0}" type="parTrans" cxnId="{DA6294BC-72FC-48F0-9750-B7BCA0DAF76E}">
      <dgm:prSet/>
      <dgm:spPr/>
      <dgm:t>
        <a:bodyPr/>
        <a:lstStyle/>
        <a:p>
          <a:endParaRPr lang="en-US"/>
        </a:p>
      </dgm:t>
    </dgm:pt>
    <dgm:pt modelId="{B30B888B-1D88-4B8C-AD97-2D52EE4A9197}" type="sibTrans" cxnId="{DA6294BC-72FC-48F0-9750-B7BCA0DAF76E}">
      <dgm:prSet/>
      <dgm:spPr/>
      <dgm:t>
        <a:bodyPr/>
        <a:lstStyle/>
        <a:p>
          <a:endParaRPr lang="en-US"/>
        </a:p>
      </dgm:t>
    </dgm:pt>
    <dgm:pt modelId="{45158CA4-E420-4702-8FFD-B2086218A922}">
      <dgm:prSet/>
      <dgm:spPr/>
      <dgm:t>
        <a:bodyPr/>
        <a:lstStyle/>
        <a:p>
          <a:r>
            <a:rPr lang="en-GB" dirty="0"/>
            <a:t>Data collected from the survey - Target group analysis.</a:t>
          </a:r>
          <a:endParaRPr lang="en-US" dirty="0"/>
        </a:p>
      </dgm:t>
    </dgm:pt>
    <dgm:pt modelId="{3437AF29-69E5-4876-A52F-AD4CE9FC52F5}" type="parTrans" cxnId="{F9ECC1E1-E265-49DE-AC96-25663158CD62}">
      <dgm:prSet/>
      <dgm:spPr/>
      <dgm:t>
        <a:bodyPr/>
        <a:lstStyle/>
        <a:p>
          <a:endParaRPr lang="en-US"/>
        </a:p>
      </dgm:t>
    </dgm:pt>
    <dgm:pt modelId="{D02C1FF0-F7E9-45FE-8CF5-74C22AF9CC05}" type="sibTrans" cxnId="{F9ECC1E1-E265-49DE-AC96-25663158CD62}">
      <dgm:prSet/>
      <dgm:spPr/>
      <dgm:t>
        <a:bodyPr/>
        <a:lstStyle/>
        <a:p>
          <a:endParaRPr lang="en-US"/>
        </a:p>
      </dgm:t>
    </dgm:pt>
    <dgm:pt modelId="{C3B07497-2FD2-4CD1-84AC-6F6779B0FF80}">
      <dgm:prSet/>
      <dgm:spPr/>
      <dgm:t>
        <a:bodyPr/>
        <a:lstStyle/>
        <a:p>
          <a:r>
            <a:rPr lang="en-GB" dirty="0"/>
            <a:t>Dietary Trends - Analysing the market and seeing what kind of diet is trending more in the prevailing market.</a:t>
          </a:r>
          <a:endParaRPr lang="en-US" dirty="0"/>
        </a:p>
      </dgm:t>
    </dgm:pt>
    <dgm:pt modelId="{FB1CD17D-E5A4-41D3-9629-243969669663}" type="parTrans" cxnId="{9E3E1A33-908D-4EDE-BDD0-603C7B203C8F}">
      <dgm:prSet/>
      <dgm:spPr/>
      <dgm:t>
        <a:bodyPr/>
        <a:lstStyle/>
        <a:p>
          <a:endParaRPr lang="en-US"/>
        </a:p>
      </dgm:t>
    </dgm:pt>
    <dgm:pt modelId="{193A6B40-0461-4830-923B-8715F4642E13}" type="sibTrans" cxnId="{9E3E1A33-908D-4EDE-BDD0-603C7B203C8F}">
      <dgm:prSet/>
      <dgm:spPr/>
      <dgm:t>
        <a:bodyPr/>
        <a:lstStyle/>
        <a:p>
          <a:endParaRPr lang="en-US"/>
        </a:p>
      </dgm:t>
    </dgm:pt>
    <dgm:pt modelId="{09CEEAF2-978B-483F-8595-3C07E9C94A7D}">
      <dgm:prSet/>
      <dgm:spPr/>
      <dgm:t>
        <a:bodyPr/>
        <a:lstStyle/>
        <a:p>
          <a:r>
            <a:rPr lang="en-GB" dirty="0"/>
            <a:t>Competitors - Checking for the prices and offers our competitors are providing to their customers, analysis like this can help us in fixing competitive pricing thus making us relevant in the market.</a:t>
          </a:r>
          <a:endParaRPr lang="en-US" dirty="0"/>
        </a:p>
      </dgm:t>
    </dgm:pt>
    <dgm:pt modelId="{06B1589A-3768-4BF2-9029-A750CC87A0DE}" type="parTrans" cxnId="{ABA27C82-53F2-4DEB-9216-EC7FA44C6540}">
      <dgm:prSet/>
      <dgm:spPr/>
      <dgm:t>
        <a:bodyPr/>
        <a:lstStyle/>
        <a:p>
          <a:endParaRPr lang="en-US"/>
        </a:p>
      </dgm:t>
    </dgm:pt>
    <dgm:pt modelId="{488926CD-7AF9-4438-B34A-F8E9E5A3134B}" type="sibTrans" cxnId="{ABA27C82-53F2-4DEB-9216-EC7FA44C6540}">
      <dgm:prSet/>
      <dgm:spPr/>
      <dgm:t>
        <a:bodyPr/>
        <a:lstStyle/>
        <a:p>
          <a:endParaRPr lang="en-US"/>
        </a:p>
      </dgm:t>
    </dgm:pt>
    <dgm:pt modelId="{D9D9EC2F-AA90-4AC2-BAD5-62FCA0A74416}">
      <dgm:prSet/>
      <dgm:spPr/>
      <dgm:t>
        <a:bodyPr/>
        <a:lstStyle/>
        <a:p>
          <a:r>
            <a:rPr lang="en-GB" dirty="0"/>
            <a:t>Data containing diet preferences of our prospective customers.</a:t>
          </a:r>
          <a:endParaRPr lang="en-US" dirty="0"/>
        </a:p>
      </dgm:t>
    </dgm:pt>
    <dgm:pt modelId="{41FED7EB-ECF7-47F1-AB68-0FA6CEB5DDF9}" type="parTrans" cxnId="{FF04DD04-93E4-4482-A034-98B8FA996A35}">
      <dgm:prSet/>
      <dgm:spPr/>
      <dgm:t>
        <a:bodyPr/>
        <a:lstStyle/>
        <a:p>
          <a:endParaRPr lang="en-US"/>
        </a:p>
      </dgm:t>
    </dgm:pt>
    <dgm:pt modelId="{D9E429B9-5974-4C2C-BA4A-E4BD84E03348}" type="sibTrans" cxnId="{FF04DD04-93E4-4482-A034-98B8FA996A35}">
      <dgm:prSet/>
      <dgm:spPr/>
      <dgm:t>
        <a:bodyPr/>
        <a:lstStyle/>
        <a:p>
          <a:endParaRPr lang="en-US"/>
        </a:p>
      </dgm:t>
    </dgm:pt>
    <dgm:pt modelId="{9118F8CC-278F-4623-BCD8-48BDD6AE997D}">
      <dgm:prSet/>
      <dgm:spPr/>
      <dgm:t>
        <a:bodyPr/>
        <a:lstStyle/>
        <a:p>
          <a:r>
            <a:rPr lang="en-GB" dirty="0"/>
            <a:t>Availability of ingredients across different regions - Checking for data that shows the availability of ingredients across regions to optimize our purchase thus leading to proper inventory management.</a:t>
          </a:r>
          <a:endParaRPr lang="en-US" dirty="0"/>
        </a:p>
      </dgm:t>
    </dgm:pt>
    <dgm:pt modelId="{1823AB75-DA3D-485F-B6F6-7DFCEC780D5E}" type="parTrans" cxnId="{BA093980-1C00-4A62-B155-103962A2527E}">
      <dgm:prSet/>
      <dgm:spPr/>
      <dgm:t>
        <a:bodyPr/>
        <a:lstStyle/>
        <a:p>
          <a:endParaRPr lang="en-US"/>
        </a:p>
      </dgm:t>
    </dgm:pt>
    <dgm:pt modelId="{3D70D547-3FB1-450A-B517-31CFD19BBB54}" type="sibTrans" cxnId="{BA093980-1C00-4A62-B155-103962A2527E}">
      <dgm:prSet/>
      <dgm:spPr/>
      <dgm:t>
        <a:bodyPr/>
        <a:lstStyle/>
        <a:p>
          <a:endParaRPr lang="en-US"/>
        </a:p>
      </dgm:t>
    </dgm:pt>
    <dgm:pt modelId="{13C990F6-0E88-4141-99AB-1FCA48E4B19B}" type="pres">
      <dgm:prSet presAssocID="{2CEC190E-ABEF-4319-B6C6-B6946FFCB95F}" presName="vert0" presStyleCnt="0">
        <dgm:presLayoutVars>
          <dgm:dir/>
          <dgm:animOne val="branch"/>
          <dgm:animLvl val="lvl"/>
        </dgm:presLayoutVars>
      </dgm:prSet>
      <dgm:spPr/>
    </dgm:pt>
    <dgm:pt modelId="{283D6637-53C2-47EC-B98C-852EB9E8FC81}" type="pres">
      <dgm:prSet presAssocID="{0C0A43D9-574C-4D5B-A90E-1E37510648D3}" presName="thickLine" presStyleLbl="alignNode1" presStyleIdx="0" presStyleCnt="6"/>
      <dgm:spPr/>
    </dgm:pt>
    <dgm:pt modelId="{3B5DE4DB-B637-4848-BD95-C813A9EA3E31}" type="pres">
      <dgm:prSet presAssocID="{0C0A43D9-574C-4D5B-A90E-1E37510648D3}" presName="horz1" presStyleCnt="0"/>
      <dgm:spPr/>
    </dgm:pt>
    <dgm:pt modelId="{3E2CD233-A89C-4167-BEFC-F49A21D0739E}" type="pres">
      <dgm:prSet presAssocID="{0C0A43D9-574C-4D5B-A90E-1E37510648D3}" presName="tx1" presStyleLbl="revTx" presStyleIdx="0" presStyleCnt="6"/>
      <dgm:spPr/>
    </dgm:pt>
    <dgm:pt modelId="{7D269798-0BA1-4CA2-AF5D-AE3D742BFE79}" type="pres">
      <dgm:prSet presAssocID="{0C0A43D9-574C-4D5B-A90E-1E37510648D3}" presName="vert1" presStyleCnt="0"/>
      <dgm:spPr/>
    </dgm:pt>
    <dgm:pt modelId="{3B30DE45-9319-4C57-8F76-BA418E8587C2}" type="pres">
      <dgm:prSet presAssocID="{45158CA4-E420-4702-8FFD-B2086218A922}" presName="thickLine" presStyleLbl="alignNode1" presStyleIdx="1" presStyleCnt="6"/>
      <dgm:spPr/>
    </dgm:pt>
    <dgm:pt modelId="{480C1B28-40BD-4587-A38F-7E32D4D7FE83}" type="pres">
      <dgm:prSet presAssocID="{45158CA4-E420-4702-8FFD-B2086218A922}" presName="horz1" presStyleCnt="0"/>
      <dgm:spPr/>
    </dgm:pt>
    <dgm:pt modelId="{0A183C5B-1B04-4E7C-A3B5-86F666715540}" type="pres">
      <dgm:prSet presAssocID="{45158CA4-E420-4702-8FFD-B2086218A922}" presName="tx1" presStyleLbl="revTx" presStyleIdx="1" presStyleCnt="6"/>
      <dgm:spPr/>
    </dgm:pt>
    <dgm:pt modelId="{B5F08C4E-3D18-48CF-9177-D7422548B931}" type="pres">
      <dgm:prSet presAssocID="{45158CA4-E420-4702-8FFD-B2086218A922}" presName="vert1" presStyleCnt="0"/>
      <dgm:spPr/>
    </dgm:pt>
    <dgm:pt modelId="{ABB18E1E-8518-42B8-8A91-6314E1F5E277}" type="pres">
      <dgm:prSet presAssocID="{C3B07497-2FD2-4CD1-84AC-6F6779B0FF80}" presName="thickLine" presStyleLbl="alignNode1" presStyleIdx="2" presStyleCnt="6"/>
      <dgm:spPr/>
    </dgm:pt>
    <dgm:pt modelId="{468BFC85-ED7D-4C84-B250-2901B08D12B2}" type="pres">
      <dgm:prSet presAssocID="{C3B07497-2FD2-4CD1-84AC-6F6779B0FF80}" presName="horz1" presStyleCnt="0"/>
      <dgm:spPr/>
    </dgm:pt>
    <dgm:pt modelId="{0A32D073-A7A7-4004-9C11-F55EF95D8213}" type="pres">
      <dgm:prSet presAssocID="{C3B07497-2FD2-4CD1-84AC-6F6779B0FF80}" presName="tx1" presStyleLbl="revTx" presStyleIdx="2" presStyleCnt="6"/>
      <dgm:spPr/>
    </dgm:pt>
    <dgm:pt modelId="{6D1233AE-5AB6-4670-B25A-6B9E8EF08335}" type="pres">
      <dgm:prSet presAssocID="{C3B07497-2FD2-4CD1-84AC-6F6779B0FF80}" presName="vert1" presStyleCnt="0"/>
      <dgm:spPr/>
    </dgm:pt>
    <dgm:pt modelId="{FECC1979-904D-4192-BE39-747DB446EEF6}" type="pres">
      <dgm:prSet presAssocID="{09CEEAF2-978B-483F-8595-3C07E9C94A7D}" presName="thickLine" presStyleLbl="alignNode1" presStyleIdx="3" presStyleCnt="6"/>
      <dgm:spPr/>
    </dgm:pt>
    <dgm:pt modelId="{8F1590B1-B75A-489E-B4C7-1F57CCFB69EF}" type="pres">
      <dgm:prSet presAssocID="{09CEEAF2-978B-483F-8595-3C07E9C94A7D}" presName="horz1" presStyleCnt="0"/>
      <dgm:spPr/>
    </dgm:pt>
    <dgm:pt modelId="{E3097DB1-86B7-405A-A987-555677D64676}" type="pres">
      <dgm:prSet presAssocID="{09CEEAF2-978B-483F-8595-3C07E9C94A7D}" presName="tx1" presStyleLbl="revTx" presStyleIdx="3" presStyleCnt="6"/>
      <dgm:spPr/>
    </dgm:pt>
    <dgm:pt modelId="{90C7675A-1EC1-4802-9C65-8CEF12161992}" type="pres">
      <dgm:prSet presAssocID="{09CEEAF2-978B-483F-8595-3C07E9C94A7D}" presName="vert1" presStyleCnt="0"/>
      <dgm:spPr/>
    </dgm:pt>
    <dgm:pt modelId="{F3810337-28B5-42F0-8973-B5F33C724AD9}" type="pres">
      <dgm:prSet presAssocID="{D9D9EC2F-AA90-4AC2-BAD5-62FCA0A74416}" presName="thickLine" presStyleLbl="alignNode1" presStyleIdx="4" presStyleCnt="6"/>
      <dgm:spPr/>
    </dgm:pt>
    <dgm:pt modelId="{5475A27F-3B48-4392-B746-8A5FC4E55F58}" type="pres">
      <dgm:prSet presAssocID="{D9D9EC2F-AA90-4AC2-BAD5-62FCA0A74416}" presName="horz1" presStyleCnt="0"/>
      <dgm:spPr/>
    </dgm:pt>
    <dgm:pt modelId="{1FE0301E-4C15-4CD6-A5F0-B017E0ECECA3}" type="pres">
      <dgm:prSet presAssocID="{D9D9EC2F-AA90-4AC2-BAD5-62FCA0A74416}" presName="tx1" presStyleLbl="revTx" presStyleIdx="4" presStyleCnt="6"/>
      <dgm:spPr/>
    </dgm:pt>
    <dgm:pt modelId="{2646E2E5-0FD2-4493-BBC5-946CA07EC32D}" type="pres">
      <dgm:prSet presAssocID="{D9D9EC2F-AA90-4AC2-BAD5-62FCA0A74416}" presName="vert1" presStyleCnt="0"/>
      <dgm:spPr/>
    </dgm:pt>
    <dgm:pt modelId="{23A94921-0D70-4D16-B216-F4DA5E17A2DE}" type="pres">
      <dgm:prSet presAssocID="{9118F8CC-278F-4623-BCD8-48BDD6AE997D}" presName="thickLine" presStyleLbl="alignNode1" presStyleIdx="5" presStyleCnt="6"/>
      <dgm:spPr/>
    </dgm:pt>
    <dgm:pt modelId="{F9888FC6-C1F4-4BCD-A421-258AC6EC30CB}" type="pres">
      <dgm:prSet presAssocID="{9118F8CC-278F-4623-BCD8-48BDD6AE997D}" presName="horz1" presStyleCnt="0"/>
      <dgm:spPr/>
    </dgm:pt>
    <dgm:pt modelId="{7FEBB86D-82AF-4F2A-8561-55C6D5944EBC}" type="pres">
      <dgm:prSet presAssocID="{9118F8CC-278F-4623-BCD8-48BDD6AE997D}" presName="tx1" presStyleLbl="revTx" presStyleIdx="5" presStyleCnt="6"/>
      <dgm:spPr/>
    </dgm:pt>
    <dgm:pt modelId="{A68E0F3C-6893-44C3-9BB3-935FDD4A1E0D}" type="pres">
      <dgm:prSet presAssocID="{9118F8CC-278F-4623-BCD8-48BDD6AE997D}" presName="vert1" presStyleCnt="0"/>
      <dgm:spPr/>
    </dgm:pt>
  </dgm:ptLst>
  <dgm:cxnLst>
    <dgm:cxn modelId="{FF04DD04-93E4-4482-A034-98B8FA996A35}" srcId="{2CEC190E-ABEF-4319-B6C6-B6946FFCB95F}" destId="{D9D9EC2F-AA90-4AC2-BAD5-62FCA0A74416}" srcOrd="4" destOrd="0" parTransId="{41FED7EB-ECF7-47F1-AB68-0FA6CEB5DDF9}" sibTransId="{D9E429B9-5974-4C2C-BA4A-E4BD84E03348}"/>
    <dgm:cxn modelId="{8202CC0D-7620-4C78-A078-13216AE570E9}" type="presOf" srcId="{C3B07497-2FD2-4CD1-84AC-6F6779B0FF80}" destId="{0A32D073-A7A7-4004-9C11-F55EF95D8213}" srcOrd="0" destOrd="0" presId="urn:microsoft.com/office/officeart/2008/layout/LinedList"/>
    <dgm:cxn modelId="{FA6AA621-0C7A-4B7C-BAEA-921B9DDC6BEC}" type="presOf" srcId="{2CEC190E-ABEF-4319-B6C6-B6946FFCB95F}" destId="{13C990F6-0E88-4141-99AB-1FCA48E4B19B}" srcOrd="0" destOrd="0" presId="urn:microsoft.com/office/officeart/2008/layout/LinedList"/>
    <dgm:cxn modelId="{6BD9F524-5DC4-404F-B69B-917C9144C7BE}" type="presOf" srcId="{D9D9EC2F-AA90-4AC2-BAD5-62FCA0A74416}" destId="{1FE0301E-4C15-4CD6-A5F0-B017E0ECECA3}" srcOrd="0" destOrd="0" presId="urn:microsoft.com/office/officeart/2008/layout/LinedList"/>
    <dgm:cxn modelId="{9E3E1A33-908D-4EDE-BDD0-603C7B203C8F}" srcId="{2CEC190E-ABEF-4319-B6C6-B6946FFCB95F}" destId="{C3B07497-2FD2-4CD1-84AC-6F6779B0FF80}" srcOrd="2" destOrd="0" parTransId="{FB1CD17D-E5A4-41D3-9629-243969669663}" sibTransId="{193A6B40-0461-4830-923B-8715F4642E13}"/>
    <dgm:cxn modelId="{CDE3993C-2314-40E3-BDBE-A12FDEE2EE69}" type="presOf" srcId="{09CEEAF2-978B-483F-8595-3C07E9C94A7D}" destId="{E3097DB1-86B7-405A-A987-555677D64676}" srcOrd="0" destOrd="0" presId="urn:microsoft.com/office/officeart/2008/layout/LinedList"/>
    <dgm:cxn modelId="{CA4DFB5D-4560-4B1B-B7E6-280896543747}" type="presOf" srcId="{9118F8CC-278F-4623-BCD8-48BDD6AE997D}" destId="{7FEBB86D-82AF-4F2A-8561-55C6D5944EBC}" srcOrd="0" destOrd="0" presId="urn:microsoft.com/office/officeart/2008/layout/LinedList"/>
    <dgm:cxn modelId="{579A9E63-213B-401F-8951-E95749C6E444}" type="presOf" srcId="{0C0A43D9-574C-4D5B-A90E-1E37510648D3}" destId="{3E2CD233-A89C-4167-BEFC-F49A21D0739E}" srcOrd="0" destOrd="0" presId="urn:microsoft.com/office/officeart/2008/layout/LinedList"/>
    <dgm:cxn modelId="{D0E78946-A338-40EC-9FFF-1A3A2316F78C}" type="presOf" srcId="{45158CA4-E420-4702-8FFD-B2086218A922}" destId="{0A183C5B-1B04-4E7C-A3B5-86F666715540}" srcOrd="0" destOrd="0" presId="urn:microsoft.com/office/officeart/2008/layout/LinedList"/>
    <dgm:cxn modelId="{BA093980-1C00-4A62-B155-103962A2527E}" srcId="{2CEC190E-ABEF-4319-B6C6-B6946FFCB95F}" destId="{9118F8CC-278F-4623-BCD8-48BDD6AE997D}" srcOrd="5" destOrd="0" parTransId="{1823AB75-DA3D-485F-B6F6-7DFCEC780D5E}" sibTransId="{3D70D547-3FB1-450A-B517-31CFD19BBB54}"/>
    <dgm:cxn modelId="{ABA27C82-53F2-4DEB-9216-EC7FA44C6540}" srcId="{2CEC190E-ABEF-4319-B6C6-B6946FFCB95F}" destId="{09CEEAF2-978B-483F-8595-3C07E9C94A7D}" srcOrd="3" destOrd="0" parTransId="{06B1589A-3768-4BF2-9029-A750CC87A0DE}" sibTransId="{488926CD-7AF9-4438-B34A-F8E9E5A3134B}"/>
    <dgm:cxn modelId="{DA6294BC-72FC-48F0-9750-B7BCA0DAF76E}" srcId="{2CEC190E-ABEF-4319-B6C6-B6946FFCB95F}" destId="{0C0A43D9-574C-4D5B-A90E-1E37510648D3}" srcOrd="0" destOrd="0" parTransId="{C2EB755C-3B6A-44FF-B9B3-B6C77DB225C0}" sibTransId="{B30B888B-1D88-4B8C-AD97-2D52EE4A9197}"/>
    <dgm:cxn modelId="{F9ECC1E1-E265-49DE-AC96-25663158CD62}" srcId="{2CEC190E-ABEF-4319-B6C6-B6946FFCB95F}" destId="{45158CA4-E420-4702-8FFD-B2086218A922}" srcOrd="1" destOrd="0" parTransId="{3437AF29-69E5-4876-A52F-AD4CE9FC52F5}" sibTransId="{D02C1FF0-F7E9-45FE-8CF5-74C22AF9CC05}"/>
    <dgm:cxn modelId="{0A98A99B-75DF-4405-B432-106FFF47EB42}" type="presParOf" srcId="{13C990F6-0E88-4141-99AB-1FCA48E4B19B}" destId="{283D6637-53C2-47EC-B98C-852EB9E8FC81}" srcOrd="0" destOrd="0" presId="urn:microsoft.com/office/officeart/2008/layout/LinedList"/>
    <dgm:cxn modelId="{F5A27C8B-B665-45D7-8149-8A74969501F0}" type="presParOf" srcId="{13C990F6-0E88-4141-99AB-1FCA48E4B19B}" destId="{3B5DE4DB-B637-4848-BD95-C813A9EA3E31}" srcOrd="1" destOrd="0" presId="urn:microsoft.com/office/officeart/2008/layout/LinedList"/>
    <dgm:cxn modelId="{A5EEECC4-40BE-4F94-AA87-6C5647DD45AD}" type="presParOf" srcId="{3B5DE4DB-B637-4848-BD95-C813A9EA3E31}" destId="{3E2CD233-A89C-4167-BEFC-F49A21D0739E}" srcOrd="0" destOrd="0" presId="urn:microsoft.com/office/officeart/2008/layout/LinedList"/>
    <dgm:cxn modelId="{DF3B2B01-78DF-42BB-ACA6-6CF8BD158271}" type="presParOf" srcId="{3B5DE4DB-B637-4848-BD95-C813A9EA3E31}" destId="{7D269798-0BA1-4CA2-AF5D-AE3D742BFE79}" srcOrd="1" destOrd="0" presId="urn:microsoft.com/office/officeart/2008/layout/LinedList"/>
    <dgm:cxn modelId="{A8D97BDA-198B-493E-859E-26A9128D87A6}" type="presParOf" srcId="{13C990F6-0E88-4141-99AB-1FCA48E4B19B}" destId="{3B30DE45-9319-4C57-8F76-BA418E8587C2}" srcOrd="2" destOrd="0" presId="urn:microsoft.com/office/officeart/2008/layout/LinedList"/>
    <dgm:cxn modelId="{18370AA6-F9F0-4DCE-955C-F438FB4D8091}" type="presParOf" srcId="{13C990F6-0E88-4141-99AB-1FCA48E4B19B}" destId="{480C1B28-40BD-4587-A38F-7E32D4D7FE83}" srcOrd="3" destOrd="0" presId="urn:microsoft.com/office/officeart/2008/layout/LinedList"/>
    <dgm:cxn modelId="{48652243-5509-464F-91FC-95E9B7AA7C24}" type="presParOf" srcId="{480C1B28-40BD-4587-A38F-7E32D4D7FE83}" destId="{0A183C5B-1B04-4E7C-A3B5-86F666715540}" srcOrd="0" destOrd="0" presId="urn:microsoft.com/office/officeart/2008/layout/LinedList"/>
    <dgm:cxn modelId="{5E764EE8-030B-4A00-BF85-24AF4A30BCA1}" type="presParOf" srcId="{480C1B28-40BD-4587-A38F-7E32D4D7FE83}" destId="{B5F08C4E-3D18-48CF-9177-D7422548B931}" srcOrd="1" destOrd="0" presId="urn:microsoft.com/office/officeart/2008/layout/LinedList"/>
    <dgm:cxn modelId="{27BD8E12-00DC-4EC5-B84D-D39056193808}" type="presParOf" srcId="{13C990F6-0E88-4141-99AB-1FCA48E4B19B}" destId="{ABB18E1E-8518-42B8-8A91-6314E1F5E277}" srcOrd="4" destOrd="0" presId="urn:microsoft.com/office/officeart/2008/layout/LinedList"/>
    <dgm:cxn modelId="{335828F4-1807-4EBB-BDE9-9F7104512DD7}" type="presParOf" srcId="{13C990F6-0E88-4141-99AB-1FCA48E4B19B}" destId="{468BFC85-ED7D-4C84-B250-2901B08D12B2}" srcOrd="5" destOrd="0" presId="urn:microsoft.com/office/officeart/2008/layout/LinedList"/>
    <dgm:cxn modelId="{B479A3AF-01C4-44F0-8B89-B14D76964D31}" type="presParOf" srcId="{468BFC85-ED7D-4C84-B250-2901B08D12B2}" destId="{0A32D073-A7A7-4004-9C11-F55EF95D8213}" srcOrd="0" destOrd="0" presId="urn:microsoft.com/office/officeart/2008/layout/LinedList"/>
    <dgm:cxn modelId="{7B5DC8E7-D805-4766-8F6F-C6EEB0EEE8ED}" type="presParOf" srcId="{468BFC85-ED7D-4C84-B250-2901B08D12B2}" destId="{6D1233AE-5AB6-4670-B25A-6B9E8EF08335}" srcOrd="1" destOrd="0" presId="urn:microsoft.com/office/officeart/2008/layout/LinedList"/>
    <dgm:cxn modelId="{02C92D32-E78C-45AB-9B93-F102B4A38EEA}" type="presParOf" srcId="{13C990F6-0E88-4141-99AB-1FCA48E4B19B}" destId="{FECC1979-904D-4192-BE39-747DB446EEF6}" srcOrd="6" destOrd="0" presId="urn:microsoft.com/office/officeart/2008/layout/LinedList"/>
    <dgm:cxn modelId="{0D916249-3A70-46C4-866A-39EFD0A4A483}" type="presParOf" srcId="{13C990F6-0E88-4141-99AB-1FCA48E4B19B}" destId="{8F1590B1-B75A-489E-B4C7-1F57CCFB69EF}" srcOrd="7" destOrd="0" presId="urn:microsoft.com/office/officeart/2008/layout/LinedList"/>
    <dgm:cxn modelId="{97E80094-0FA4-4914-986B-52BE714F5EFD}" type="presParOf" srcId="{8F1590B1-B75A-489E-B4C7-1F57CCFB69EF}" destId="{E3097DB1-86B7-405A-A987-555677D64676}" srcOrd="0" destOrd="0" presId="urn:microsoft.com/office/officeart/2008/layout/LinedList"/>
    <dgm:cxn modelId="{8870C1DA-1031-4C59-A6DD-CF032EE61AE4}" type="presParOf" srcId="{8F1590B1-B75A-489E-B4C7-1F57CCFB69EF}" destId="{90C7675A-1EC1-4802-9C65-8CEF12161992}" srcOrd="1" destOrd="0" presId="urn:microsoft.com/office/officeart/2008/layout/LinedList"/>
    <dgm:cxn modelId="{571623FA-A446-4077-9A7E-8501CE99E66E}" type="presParOf" srcId="{13C990F6-0E88-4141-99AB-1FCA48E4B19B}" destId="{F3810337-28B5-42F0-8973-B5F33C724AD9}" srcOrd="8" destOrd="0" presId="urn:microsoft.com/office/officeart/2008/layout/LinedList"/>
    <dgm:cxn modelId="{C46FFDD3-33DE-4831-976A-885D60E7D2F0}" type="presParOf" srcId="{13C990F6-0E88-4141-99AB-1FCA48E4B19B}" destId="{5475A27F-3B48-4392-B746-8A5FC4E55F58}" srcOrd="9" destOrd="0" presId="urn:microsoft.com/office/officeart/2008/layout/LinedList"/>
    <dgm:cxn modelId="{3DD307F5-6C92-4AA2-AD43-FDA793B404CB}" type="presParOf" srcId="{5475A27F-3B48-4392-B746-8A5FC4E55F58}" destId="{1FE0301E-4C15-4CD6-A5F0-B017E0ECECA3}" srcOrd="0" destOrd="0" presId="urn:microsoft.com/office/officeart/2008/layout/LinedList"/>
    <dgm:cxn modelId="{8F35B45E-1F95-4B6A-B861-46BB5D702A48}" type="presParOf" srcId="{5475A27F-3B48-4392-B746-8A5FC4E55F58}" destId="{2646E2E5-0FD2-4493-BBC5-946CA07EC32D}" srcOrd="1" destOrd="0" presId="urn:microsoft.com/office/officeart/2008/layout/LinedList"/>
    <dgm:cxn modelId="{DF458AFB-4CF9-4ADA-906E-D130E85BD2C7}" type="presParOf" srcId="{13C990F6-0E88-4141-99AB-1FCA48E4B19B}" destId="{23A94921-0D70-4D16-B216-F4DA5E17A2DE}" srcOrd="10" destOrd="0" presId="urn:microsoft.com/office/officeart/2008/layout/LinedList"/>
    <dgm:cxn modelId="{C881E614-3ECC-46E8-9A53-5AC5DEF738A0}" type="presParOf" srcId="{13C990F6-0E88-4141-99AB-1FCA48E4B19B}" destId="{F9888FC6-C1F4-4BCD-A421-258AC6EC30CB}" srcOrd="11" destOrd="0" presId="urn:microsoft.com/office/officeart/2008/layout/LinedList"/>
    <dgm:cxn modelId="{A7F109FC-15A0-4A44-968D-3226137B9634}" type="presParOf" srcId="{F9888FC6-C1F4-4BCD-A421-258AC6EC30CB}" destId="{7FEBB86D-82AF-4F2A-8561-55C6D5944EBC}" srcOrd="0" destOrd="0" presId="urn:microsoft.com/office/officeart/2008/layout/LinedList"/>
    <dgm:cxn modelId="{6A928A96-4DFB-4193-955C-2D38DDADBE0F}" type="presParOf" srcId="{F9888FC6-C1F4-4BCD-A421-258AC6EC30CB}" destId="{A68E0F3C-6893-44C3-9BB3-935FDD4A1E0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595F01-310F-4688-8493-BBD386F1A41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9BFA439-F132-441C-9752-14CFDAA57F47}">
      <dgm:prSet/>
      <dgm:spPr/>
      <dgm:t>
        <a:bodyPr/>
        <a:lstStyle/>
        <a:p>
          <a:r>
            <a:rPr lang="en-GB" b="1" dirty="0"/>
            <a:t>KPIs</a:t>
          </a:r>
          <a:r>
            <a:rPr lang="en-GB" dirty="0"/>
            <a:t> to track NutriFit’s growth and operational success</a:t>
          </a:r>
          <a:endParaRPr lang="en-US" dirty="0"/>
        </a:p>
      </dgm:t>
    </dgm:pt>
    <dgm:pt modelId="{E81AB880-9A12-4ECD-B348-DB29768D90A7}" type="parTrans" cxnId="{1FEEB3C5-EBE8-4063-B25E-B59C7E6B33F8}">
      <dgm:prSet/>
      <dgm:spPr/>
      <dgm:t>
        <a:bodyPr/>
        <a:lstStyle/>
        <a:p>
          <a:endParaRPr lang="en-US"/>
        </a:p>
      </dgm:t>
    </dgm:pt>
    <dgm:pt modelId="{A792D7E0-F23E-4BDA-A2F9-0F089DADD847}" type="sibTrans" cxnId="{1FEEB3C5-EBE8-4063-B25E-B59C7E6B33F8}">
      <dgm:prSet/>
      <dgm:spPr/>
      <dgm:t>
        <a:bodyPr/>
        <a:lstStyle/>
        <a:p>
          <a:endParaRPr lang="en-US"/>
        </a:p>
      </dgm:t>
    </dgm:pt>
    <dgm:pt modelId="{6AB624EE-512F-478C-A10A-28BC7F94D57F}">
      <dgm:prSet/>
      <dgm:spPr/>
      <dgm:t>
        <a:bodyPr/>
        <a:lstStyle/>
        <a:p>
          <a:r>
            <a:rPr lang="en-GB" b="1" dirty="0"/>
            <a:t>Customer Acquisition Rate</a:t>
          </a:r>
          <a:r>
            <a:rPr lang="en-GB" dirty="0"/>
            <a:t>: Measures how quickly NutriFit gains new customers.</a:t>
          </a:r>
          <a:endParaRPr lang="en-US" dirty="0"/>
        </a:p>
      </dgm:t>
    </dgm:pt>
    <dgm:pt modelId="{9F63F09A-ABE4-4BB2-B733-EFDECFA16605}" type="parTrans" cxnId="{9D553F24-8D21-4D61-922E-5B27126FB415}">
      <dgm:prSet/>
      <dgm:spPr/>
      <dgm:t>
        <a:bodyPr/>
        <a:lstStyle/>
        <a:p>
          <a:endParaRPr lang="en-US"/>
        </a:p>
      </dgm:t>
    </dgm:pt>
    <dgm:pt modelId="{3E4F19B5-E294-4712-9149-E00C02B1223C}" type="sibTrans" cxnId="{9D553F24-8D21-4D61-922E-5B27126FB415}">
      <dgm:prSet/>
      <dgm:spPr/>
      <dgm:t>
        <a:bodyPr/>
        <a:lstStyle/>
        <a:p>
          <a:endParaRPr lang="en-US"/>
        </a:p>
      </dgm:t>
    </dgm:pt>
    <dgm:pt modelId="{8FB3409B-10BE-4384-B1E7-B07DE6A53E86}">
      <dgm:prSet/>
      <dgm:spPr/>
      <dgm:t>
        <a:bodyPr/>
        <a:lstStyle/>
        <a:p>
          <a:r>
            <a:rPr lang="en-GB" b="1" dirty="0"/>
            <a:t>Customer Retention Rate</a:t>
          </a:r>
          <a:r>
            <a:rPr lang="en-GB" dirty="0"/>
            <a:t>: Tracks the percentage of returning customers, crucial for assessing customer satisfaction.</a:t>
          </a:r>
          <a:endParaRPr lang="en-US" dirty="0"/>
        </a:p>
      </dgm:t>
    </dgm:pt>
    <dgm:pt modelId="{64CD30B9-87C3-4E1F-89F0-C2BC1E799C12}" type="parTrans" cxnId="{A741E8AF-B4F0-4AAB-B0F1-DC7E37C964AF}">
      <dgm:prSet/>
      <dgm:spPr/>
      <dgm:t>
        <a:bodyPr/>
        <a:lstStyle/>
        <a:p>
          <a:endParaRPr lang="en-US"/>
        </a:p>
      </dgm:t>
    </dgm:pt>
    <dgm:pt modelId="{785DF564-E76C-487F-AEC3-31D94BA041B7}" type="sibTrans" cxnId="{A741E8AF-B4F0-4AAB-B0F1-DC7E37C964AF}">
      <dgm:prSet/>
      <dgm:spPr/>
      <dgm:t>
        <a:bodyPr/>
        <a:lstStyle/>
        <a:p>
          <a:endParaRPr lang="en-US"/>
        </a:p>
      </dgm:t>
    </dgm:pt>
    <dgm:pt modelId="{BFBA1E23-5B6E-4120-BB7C-237AD55A86A1}">
      <dgm:prSet/>
      <dgm:spPr/>
      <dgm:t>
        <a:bodyPr/>
        <a:lstStyle/>
        <a:p>
          <a:r>
            <a:rPr lang="en-GB" b="1" dirty="0"/>
            <a:t>Average Order Value (AOV)</a:t>
          </a:r>
          <a:r>
            <a:rPr lang="en-GB" dirty="0"/>
            <a:t>: Evaluates revenue generated per order, key for identifying the impact of upselling and personalization.</a:t>
          </a:r>
          <a:endParaRPr lang="en-US" dirty="0"/>
        </a:p>
      </dgm:t>
    </dgm:pt>
    <dgm:pt modelId="{9DF0623D-974F-4E96-9D35-CA547E2D372D}" type="parTrans" cxnId="{FAEA6792-A73F-4C9E-AC75-1D2535A09350}">
      <dgm:prSet/>
      <dgm:spPr/>
      <dgm:t>
        <a:bodyPr/>
        <a:lstStyle/>
        <a:p>
          <a:endParaRPr lang="en-US"/>
        </a:p>
      </dgm:t>
    </dgm:pt>
    <dgm:pt modelId="{CF4DCD0E-4265-4358-813D-E0D934B9A5CB}" type="sibTrans" cxnId="{FAEA6792-A73F-4C9E-AC75-1D2535A09350}">
      <dgm:prSet/>
      <dgm:spPr/>
      <dgm:t>
        <a:bodyPr/>
        <a:lstStyle/>
        <a:p>
          <a:endParaRPr lang="en-US"/>
        </a:p>
      </dgm:t>
    </dgm:pt>
    <dgm:pt modelId="{02D570D1-EA09-4495-A2FF-B32E226DCDC0}">
      <dgm:prSet custT="1"/>
      <dgm:spPr/>
      <dgm:t>
        <a:bodyPr/>
        <a:lstStyle/>
        <a:p>
          <a:r>
            <a:rPr lang="en-GB" sz="1500" b="1" dirty="0"/>
            <a:t>Cost per Acquisition (CPA)</a:t>
          </a:r>
          <a:r>
            <a:rPr lang="en-GB" sz="1500" dirty="0"/>
            <a:t>: Calculates the cost of acquiring each new customer, allowing NutriFit to optimize marketing budgets.</a:t>
          </a:r>
          <a:endParaRPr lang="en-US" sz="1500" dirty="0"/>
        </a:p>
      </dgm:t>
    </dgm:pt>
    <dgm:pt modelId="{76E3D039-D0AA-40C8-84AB-00AAEA676F9C}" type="parTrans" cxnId="{84620F85-4136-448B-B358-5142F6363038}">
      <dgm:prSet/>
      <dgm:spPr/>
      <dgm:t>
        <a:bodyPr/>
        <a:lstStyle/>
        <a:p>
          <a:endParaRPr lang="en-US"/>
        </a:p>
      </dgm:t>
    </dgm:pt>
    <dgm:pt modelId="{F26DDBA4-8BA4-48BE-B1D6-1BC7FF099988}" type="sibTrans" cxnId="{84620F85-4136-448B-B358-5142F6363038}">
      <dgm:prSet/>
      <dgm:spPr/>
      <dgm:t>
        <a:bodyPr/>
        <a:lstStyle/>
        <a:p>
          <a:endParaRPr lang="en-US"/>
        </a:p>
      </dgm:t>
    </dgm:pt>
    <dgm:pt modelId="{1A609759-390C-4951-AA5C-055EB3E07752}" type="pres">
      <dgm:prSet presAssocID="{75595F01-310F-4688-8493-BBD386F1A410}" presName="root" presStyleCnt="0">
        <dgm:presLayoutVars>
          <dgm:dir/>
          <dgm:resizeHandles val="exact"/>
        </dgm:presLayoutVars>
      </dgm:prSet>
      <dgm:spPr/>
    </dgm:pt>
    <dgm:pt modelId="{BA4C583D-E0F4-481A-84B4-112E9AADB322}" type="pres">
      <dgm:prSet presAssocID="{D9BFA439-F132-441C-9752-14CFDAA57F47}" presName="compNode" presStyleCnt="0"/>
      <dgm:spPr/>
    </dgm:pt>
    <dgm:pt modelId="{92E1131B-8D50-43F5-9FF6-3D0DE42D1D70}" type="pres">
      <dgm:prSet presAssocID="{D9BFA439-F132-441C-9752-14CFDAA57F47}" presName="bgRect" presStyleLbl="bgShp" presStyleIdx="0" presStyleCnt="4"/>
      <dgm:spPr/>
    </dgm:pt>
    <dgm:pt modelId="{04F527DA-9B33-4F33-9CB5-D49F6405B9F1}" type="pres">
      <dgm:prSet presAssocID="{D9BFA439-F132-441C-9752-14CFDAA57F4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D41C7F11-6B9E-4B50-93FD-EA89BA3E56B0}" type="pres">
      <dgm:prSet presAssocID="{D9BFA439-F132-441C-9752-14CFDAA57F47}" presName="spaceRect" presStyleCnt="0"/>
      <dgm:spPr/>
    </dgm:pt>
    <dgm:pt modelId="{E81A3690-CD82-411F-937F-95719A9AEC8E}" type="pres">
      <dgm:prSet presAssocID="{D9BFA439-F132-441C-9752-14CFDAA57F47}" presName="parTx" presStyleLbl="revTx" presStyleIdx="0" presStyleCnt="5">
        <dgm:presLayoutVars>
          <dgm:chMax val="0"/>
          <dgm:chPref val="0"/>
        </dgm:presLayoutVars>
      </dgm:prSet>
      <dgm:spPr/>
    </dgm:pt>
    <dgm:pt modelId="{33FD1E42-E6B9-4709-BFD2-CC6929E9B5E3}" type="pres">
      <dgm:prSet presAssocID="{A792D7E0-F23E-4BDA-A2F9-0F089DADD847}" presName="sibTrans" presStyleCnt="0"/>
      <dgm:spPr/>
    </dgm:pt>
    <dgm:pt modelId="{6EF0AF39-B232-46AD-BEA1-325D68D8660B}" type="pres">
      <dgm:prSet presAssocID="{6AB624EE-512F-478C-A10A-28BC7F94D57F}" presName="compNode" presStyleCnt="0"/>
      <dgm:spPr/>
    </dgm:pt>
    <dgm:pt modelId="{B93A570E-BE93-4904-9AA0-E0BD70B053B7}" type="pres">
      <dgm:prSet presAssocID="{6AB624EE-512F-478C-A10A-28BC7F94D57F}" presName="bgRect" presStyleLbl="bgShp" presStyleIdx="1" presStyleCnt="4"/>
      <dgm:spPr/>
    </dgm:pt>
    <dgm:pt modelId="{D42ACE53-FF16-4081-861D-968320B95E45}" type="pres">
      <dgm:prSet presAssocID="{6AB624EE-512F-478C-A10A-28BC7F94D57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gaphone"/>
        </a:ext>
      </dgm:extLst>
    </dgm:pt>
    <dgm:pt modelId="{C5F55E37-C1D8-4F7F-BD42-C5C09D7A47A1}" type="pres">
      <dgm:prSet presAssocID="{6AB624EE-512F-478C-A10A-28BC7F94D57F}" presName="spaceRect" presStyleCnt="0"/>
      <dgm:spPr/>
    </dgm:pt>
    <dgm:pt modelId="{B081FCDB-ED38-41AE-8069-37610CC38C1B}" type="pres">
      <dgm:prSet presAssocID="{6AB624EE-512F-478C-A10A-28BC7F94D57F}" presName="parTx" presStyleLbl="revTx" presStyleIdx="1" presStyleCnt="5">
        <dgm:presLayoutVars>
          <dgm:chMax val="0"/>
          <dgm:chPref val="0"/>
        </dgm:presLayoutVars>
      </dgm:prSet>
      <dgm:spPr/>
    </dgm:pt>
    <dgm:pt modelId="{17B841E3-A927-474B-B5DB-E619002C824D}" type="pres">
      <dgm:prSet presAssocID="{3E4F19B5-E294-4712-9149-E00C02B1223C}" presName="sibTrans" presStyleCnt="0"/>
      <dgm:spPr/>
    </dgm:pt>
    <dgm:pt modelId="{53E79007-B602-4954-94C3-018125178E85}" type="pres">
      <dgm:prSet presAssocID="{8FB3409B-10BE-4384-B1E7-B07DE6A53E86}" presName="compNode" presStyleCnt="0"/>
      <dgm:spPr/>
    </dgm:pt>
    <dgm:pt modelId="{9F795BD7-170F-4FA7-ABD8-9C72B33E04F9}" type="pres">
      <dgm:prSet presAssocID="{8FB3409B-10BE-4384-B1E7-B07DE6A53E86}" presName="bgRect" presStyleLbl="bgShp" presStyleIdx="2" presStyleCnt="4"/>
      <dgm:spPr/>
    </dgm:pt>
    <dgm:pt modelId="{45B57DA2-B7F4-4CA6-A634-49E1D533DF7E}" type="pres">
      <dgm:prSet presAssocID="{8FB3409B-10BE-4384-B1E7-B07DE6A53E8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Graph with Upward Trend"/>
        </a:ext>
      </dgm:extLst>
    </dgm:pt>
    <dgm:pt modelId="{6266EDB3-90E2-4B33-9715-E51198594ADE}" type="pres">
      <dgm:prSet presAssocID="{8FB3409B-10BE-4384-B1E7-B07DE6A53E86}" presName="spaceRect" presStyleCnt="0"/>
      <dgm:spPr/>
    </dgm:pt>
    <dgm:pt modelId="{0FC0D188-C616-4962-8BB1-45620DAE870C}" type="pres">
      <dgm:prSet presAssocID="{8FB3409B-10BE-4384-B1E7-B07DE6A53E86}" presName="parTx" presStyleLbl="revTx" presStyleIdx="2" presStyleCnt="5">
        <dgm:presLayoutVars>
          <dgm:chMax val="0"/>
          <dgm:chPref val="0"/>
        </dgm:presLayoutVars>
      </dgm:prSet>
      <dgm:spPr/>
    </dgm:pt>
    <dgm:pt modelId="{B147B608-D2BE-4136-BCC0-B1425B9A7321}" type="pres">
      <dgm:prSet presAssocID="{785DF564-E76C-487F-AEC3-31D94BA041B7}" presName="sibTrans" presStyleCnt="0"/>
      <dgm:spPr/>
    </dgm:pt>
    <dgm:pt modelId="{1E6B6DF3-444B-4699-905F-55C248797BCB}" type="pres">
      <dgm:prSet presAssocID="{BFBA1E23-5B6E-4120-BB7C-237AD55A86A1}" presName="compNode" presStyleCnt="0"/>
      <dgm:spPr/>
    </dgm:pt>
    <dgm:pt modelId="{3EB9AC73-6669-4AC5-909C-7BA2EB1E12B0}" type="pres">
      <dgm:prSet presAssocID="{BFBA1E23-5B6E-4120-BB7C-237AD55A86A1}" presName="bgRect" presStyleLbl="bgShp" presStyleIdx="3" presStyleCnt="4" custScaleY="130026"/>
      <dgm:spPr/>
    </dgm:pt>
    <dgm:pt modelId="{4E14F768-B959-4714-8D65-8457E35216E6}" type="pres">
      <dgm:prSet presAssocID="{BFBA1E23-5B6E-4120-BB7C-237AD55A86A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g"/>
        </a:ext>
      </dgm:extLst>
    </dgm:pt>
    <dgm:pt modelId="{08ABB048-F9B8-4954-90B1-9674117E8931}" type="pres">
      <dgm:prSet presAssocID="{BFBA1E23-5B6E-4120-BB7C-237AD55A86A1}" presName="spaceRect" presStyleCnt="0"/>
      <dgm:spPr/>
    </dgm:pt>
    <dgm:pt modelId="{29A52B15-ABD8-43FD-A610-096609FB07E6}" type="pres">
      <dgm:prSet presAssocID="{BFBA1E23-5B6E-4120-BB7C-237AD55A86A1}" presName="parTx" presStyleLbl="revTx" presStyleIdx="3" presStyleCnt="5">
        <dgm:presLayoutVars>
          <dgm:chMax val="0"/>
          <dgm:chPref val="0"/>
        </dgm:presLayoutVars>
      </dgm:prSet>
      <dgm:spPr/>
    </dgm:pt>
    <dgm:pt modelId="{5E658062-1A3B-4BFD-8651-0330BEAA8325}" type="pres">
      <dgm:prSet presAssocID="{BFBA1E23-5B6E-4120-BB7C-237AD55A86A1}" presName="desTx" presStyleLbl="revTx" presStyleIdx="4" presStyleCnt="5">
        <dgm:presLayoutVars/>
      </dgm:prSet>
      <dgm:spPr/>
    </dgm:pt>
  </dgm:ptLst>
  <dgm:cxnLst>
    <dgm:cxn modelId="{9F78801E-78CB-407F-A5C9-65603D829F75}" type="presOf" srcId="{6AB624EE-512F-478C-A10A-28BC7F94D57F}" destId="{B081FCDB-ED38-41AE-8069-37610CC38C1B}" srcOrd="0" destOrd="0" presId="urn:microsoft.com/office/officeart/2018/2/layout/IconVerticalSolidList"/>
    <dgm:cxn modelId="{9D553F24-8D21-4D61-922E-5B27126FB415}" srcId="{75595F01-310F-4688-8493-BBD386F1A410}" destId="{6AB624EE-512F-478C-A10A-28BC7F94D57F}" srcOrd="1" destOrd="0" parTransId="{9F63F09A-ABE4-4BB2-B733-EFDECFA16605}" sibTransId="{3E4F19B5-E294-4712-9149-E00C02B1223C}"/>
    <dgm:cxn modelId="{75BAF854-8BDF-4611-9087-CD1AEC82482E}" type="presOf" srcId="{75595F01-310F-4688-8493-BBD386F1A410}" destId="{1A609759-390C-4951-AA5C-055EB3E07752}" srcOrd="0" destOrd="0" presId="urn:microsoft.com/office/officeart/2018/2/layout/IconVerticalSolidList"/>
    <dgm:cxn modelId="{84620F85-4136-448B-B358-5142F6363038}" srcId="{BFBA1E23-5B6E-4120-BB7C-237AD55A86A1}" destId="{02D570D1-EA09-4495-A2FF-B32E226DCDC0}" srcOrd="0" destOrd="0" parTransId="{76E3D039-D0AA-40C8-84AB-00AAEA676F9C}" sibTransId="{F26DDBA4-8BA4-48BE-B1D6-1BC7FF099988}"/>
    <dgm:cxn modelId="{FAEA6792-A73F-4C9E-AC75-1D2535A09350}" srcId="{75595F01-310F-4688-8493-BBD386F1A410}" destId="{BFBA1E23-5B6E-4120-BB7C-237AD55A86A1}" srcOrd="3" destOrd="0" parTransId="{9DF0623D-974F-4E96-9D35-CA547E2D372D}" sibTransId="{CF4DCD0E-4265-4358-813D-E0D934B9A5CB}"/>
    <dgm:cxn modelId="{0C2D37A4-1E4E-4A3E-B09B-1ECC7F7C202D}" type="presOf" srcId="{8FB3409B-10BE-4384-B1E7-B07DE6A53E86}" destId="{0FC0D188-C616-4962-8BB1-45620DAE870C}" srcOrd="0" destOrd="0" presId="urn:microsoft.com/office/officeart/2018/2/layout/IconVerticalSolidList"/>
    <dgm:cxn modelId="{A741E8AF-B4F0-4AAB-B0F1-DC7E37C964AF}" srcId="{75595F01-310F-4688-8493-BBD386F1A410}" destId="{8FB3409B-10BE-4384-B1E7-B07DE6A53E86}" srcOrd="2" destOrd="0" parTransId="{64CD30B9-87C3-4E1F-89F0-C2BC1E799C12}" sibTransId="{785DF564-E76C-487F-AEC3-31D94BA041B7}"/>
    <dgm:cxn modelId="{2BED88B5-ED2C-4B60-9D1B-65B28A8F3F0E}" type="presOf" srcId="{BFBA1E23-5B6E-4120-BB7C-237AD55A86A1}" destId="{29A52B15-ABD8-43FD-A610-096609FB07E6}" srcOrd="0" destOrd="0" presId="urn:microsoft.com/office/officeart/2018/2/layout/IconVerticalSolidList"/>
    <dgm:cxn modelId="{1FEEB3C5-EBE8-4063-B25E-B59C7E6B33F8}" srcId="{75595F01-310F-4688-8493-BBD386F1A410}" destId="{D9BFA439-F132-441C-9752-14CFDAA57F47}" srcOrd="0" destOrd="0" parTransId="{E81AB880-9A12-4ECD-B348-DB29768D90A7}" sibTransId="{A792D7E0-F23E-4BDA-A2F9-0F089DADD847}"/>
    <dgm:cxn modelId="{9C9A87DD-097F-4938-AF90-4A503580ED7E}" type="presOf" srcId="{D9BFA439-F132-441C-9752-14CFDAA57F47}" destId="{E81A3690-CD82-411F-937F-95719A9AEC8E}" srcOrd="0" destOrd="0" presId="urn:microsoft.com/office/officeart/2018/2/layout/IconVerticalSolidList"/>
    <dgm:cxn modelId="{0BAAAFED-5585-4FC1-B288-8D023D034748}" type="presOf" srcId="{02D570D1-EA09-4495-A2FF-B32E226DCDC0}" destId="{5E658062-1A3B-4BFD-8651-0330BEAA8325}" srcOrd="0" destOrd="0" presId="urn:microsoft.com/office/officeart/2018/2/layout/IconVerticalSolidList"/>
    <dgm:cxn modelId="{1CEC2ED7-13FD-4C56-B915-46F1AB47263D}" type="presParOf" srcId="{1A609759-390C-4951-AA5C-055EB3E07752}" destId="{BA4C583D-E0F4-481A-84B4-112E9AADB322}" srcOrd="0" destOrd="0" presId="urn:microsoft.com/office/officeart/2018/2/layout/IconVerticalSolidList"/>
    <dgm:cxn modelId="{F7D5AE0E-F174-4D1C-BFE9-3BF45CC727A7}" type="presParOf" srcId="{BA4C583D-E0F4-481A-84B4-112E9AADB322}" destId="{92E1131B-8D50-43F5-9FF6-3D0DE42D1D70}" srcOrd="0" destOrd="0" presId="urn:microsoft.com/office/officeart/2018/2/layout/IconVerticalSolidList"/>
    <dgm:cxn modelId="{DE0B2A5C-FEA2-4A40-B1C0-5A2E94E6B5B2}" type="presParOf" srcId="{BA4C583D-E0F4-481A-84B4-112E9AADB322}" destId="{04F527DA-9B33-4F33-9CB5-D49F6405B9F1}" srcOrd="1" destOrd="0" presId="urn:microsoft.com/office/officeart/2018/2/layout/IconVerticalSolidList"/>
    <dgm:cxn modelId="{5C781861-156D-485A-ACDB-50401004EED3}" type="presParOf" srcId="{BA4C583D-E0F4-481A-84B4-112E9AADB322}" destId="{D41C7F11-6B9E-4B50-93FD-EA89BA3E56B0}" srcOrd="2" destOrd="0" presId="urn:microsoft.com/office/officeart/2018/2/layout/IconVerticalSolidList"/>
    <dgm:cxn modelId="{85D221B3-85EC-4CB5-9154-A0B67081AA9C}" type="presParOf" srcId="{BA4C583D-E0F4-481A-84B4-112E9AADB322}" destId="{E81A3690-CD82-411F-937F-95719A9AEC8E}" srcOrd="3" destOrd="0" presId="urn:microsoft.com/office/officeart/2018/2/layout/IconVerticalSolidList"/>
    <dgm:cxn modelId="{86D66C49-335A-4752-9888-FC7F8E7F4B82}" type="presParOf" srcId="{1A609759-390C-4951-AA5C-055EB3E07752}" destId="{33FD1E42-E6B9-4709-BFD2-CC6929E9B5E3}" srcOrd="1" destOrd="0" presId="urn:microsoft.com/office/officeart/2018/2/layout/IconVerticalSolidList"/>
    <dgm:cxn modelId="{8F53F9E7-52A0-4DB3-A540-58563BAA786A}" type="presParOf" srcId="{1A609759-390C-4951-AA5C-055EB3E07752}" destId="{6EF0AF39-B232-46AD-BEA1-325D68D8660B}" srcOrd="2" destOrd="0" presId="urn:microsoft.com/office/officeart/2018/2/layout/IconVerticalSolidList"/>
    <dgm:cxn modelId="{16F72D91-9778-4FDB-9335-B4BEAB76B41C}" type="presParOf" srcId="{6EF0AF39-B232-46AD-BEA1-325D68D8660B}" destId="{B93A570E-BE93-4904-9AA0-E0BD70B053B7}" srcOrd="0" destOrd="0" presId="urn:microsoft.com/office/officeart/2018/2/layout/IconVerticalSolidList"/>
    <dgm:cxn modelId="{3E96A05E-A60F-4BED-8744-649DDBBE5D50}" type="presParOf" srcId="{6EF0AF39-B232-46AD-BEA1-325D68D8660B}" destId="{D42ACE53-FF16-4081-861D-968320B95E45}" srcOrd="1" destOrd="0" presId="urn:microsoft.com/office/officeart/2018/2/layout/IconVerticalSolidList"/>
    <dgm:cxn modelId="{E712205E-E17D-4C06-B245-46DA0E9C329A}" type="presParOf" srcId="{6EF0AF39-B232-46AD-BEA1-325D68D8660B}" destId="{C5F55E37-C1D8-4F7F-BD42-C5C09D7A47A1}" srcOrd="2" destOrd="0" presId="urn:microsoft.com/office/officeart/2018/2/layout/IconVerticalSolidList"/>
    <dgm:cxn modelId="{A5FB7BD0-D501-41C7-9DB9-3E6D17F0F5F2}" type="presParOf" srcId="{6EF0AF39-B232-46AD-BEA1-325D68D8660B}" destId="{B081FCDB-ED38-41AE-8069-37610CC38C1B}" srcOrd="3" destOrd="0" presId="urn:microsoft.com/office/officeart/2018/2/layout/IconVerticalSolidList"/>
    <dgm:cxn modelId="{9CA124FD-2806-4B12-A375-F509DC7BEB4B}" type="presParOf" srcId="{1A609759-390C-4951-AA5C-055EB3E07752}" destId="{17B841E3-A927-474B-B5DB-E619002C824D}" srcOrd="3" destOrd="0" presId="urn:microsoft.com/office/officeart/2018/2/layout/IconVerticalSolidList"/>
    <dgm:cxn modelId="{CC268C2E-8D66-4AF8-9176-436D8F73E3A4}" type="presParOf" srcId="{1A609759-390C-4951-AA5C-055EB3E07752}" destId="{53E79007-B602-4954-94C3-018125178E85}" srcOrd="4" destOrd="0" presId="urn:microsoft.com/office/officeart/2018/2/layout/IconVerticalSolidList"/>
    <dgm:cxn modelId="{7E982EC3-6FF9-49FA-9EC5-55C1179CCF4D}" type="presParOf" srcId="{53E79007-B602-4954-94C3-018125178E85}" destId="{9F795BD7-170F-4FA7-ABD8-9C72B33E04F9}" srcOrd="0" destOrd="0" presId="urn:microsoft.com/office/officeart/2018/2/layout/IconVerticalSolidList"/>
    <dgm:cxn modelId="{10F919C3-966D-4329-8DB2-C01A92B29BE8}" type="presParOf" srcId="{53E79007-B602-4954-94C3-018125178E85}" destId="{45B57DA2-B7F4-4CA6-A634-49E1D533DF7E}" srcOrd="1" destOrd="0" presId="urn:microsoft.com/office/officeart/2018/2/layout/IconVerticalSolidList"/>
    <dgm:cxn modelId="{A22CBE7A-C409-46E0-ADCA-DCCF36857505}" type="presParOf" srcId="{53E79007-B602-4954-94C3-018125178E85}" destId="{6266EDB3-90E2-4B33-9715-E51198594ADE}" srcOrd="2" destOrd="0" presId="urn:microsoft.com/office/officeart/2018/2/layout/IconVerticalSolidList"/>
    <dgm:cxn modelId="{FD8A3414-4F5E-457F-96D2-0F2BF41CC424}" type="presParOf" srcId="{53E79007-B602-4954-94C3-018125178E85}" destId="{0FC0D188-C616-4962-8BB1-45620DAE870C}" srcOrd="3" destOrd="0" presId="urn:microsoft.com/office/officeart/2018/2/layout/IconVerticalSolidList"/>
    <dgm:cxn modelId="{8D9334B5-D8F8-4F21-BB64-19F03C28FBFB}" type="presParOf" srcId="{1A609759-390C-4951-AA5C-055EB3E07752}" destId="{B147B608-D2BE-4136-BCC0-B1425B9A7321}" srcOrd="5" destOrd="0" presId="urn:microsoft.com/office/officeart/2018/2/layout/IconVerticalSolidList"/>
    <dgm:cxn modelId="{D77B030B-1EA4-44B8-BB05-2C35263EE542}" type="presParOf" srcId="{1A609759-390C-4951-AA5C-055EB3E07752}" destId="{1E6B6DF3-444B-4699-905F-55C248797BCB}" srcOrd="6" destOrd="0" presId="urn:microsoft.com/office/officeart/2018/2/layout/IconVerticalSolidList"/>
    <dgm:cxn modelId="{3E289EC4-3DB8-4A70-89A7-D4651433DD02}" type="presParOf" srcId="{1E6B6DF3-444B-4699-905F-55C248797BCB}" destId="{3EB9AC73-6669-4AC5-909C-7BA2EB1E12B0}" srcOrd="0" destOrd="0" presId="urn:microsoft.com/office/officeart/2018/2/layout/IconVerticalSolidList"/>
    <dgm:cxn modelId="{8295BDF7-3024-4B18-B8F7-A19021AE6823}" type="presParOf" srcId="{1E6B6DF3-444B-4699-905F-55C248797BCB}" destId="{4E14F768-B959-4714-8D65-8457E35216E6}" srcOrd="1" destOrd="0" presId="urn:microsoft.com/office/officeart/2018/2/layout/IconVerticalSolidList"/>
    <dgm:cxn modelId="{FA07CB75-4C38-4958-8DFD-DE9C32670476}" type="presParOf" srcId="{1E6B6DF3-444B-4699-905F-55C248797BCB}" destId="{08ABB048-F9B8-4954-90B1-9674117E8931}" srcOrd="2" destOrd="0" presId="urn:microsoft.com/office/officeart/2018/2/layout/IconVerticalSolidList"/>
    <dgm:cxn modelId="{B2468AAC-50F5-4DB9-B295-BFA2DA11A1D4}" type="presParOf" srcId="{1E6B6DF3-444B-4699-905F-55C248797BCB}" destId="{29A52B15-ABD8-43FD-A610-096609FB07E6}" srcOrd="3" destOrd="0" presId="urn:microsoft.com/office/officeart/2018/2/layout/IconVerticalSolidList"/>
    <dgm:cxn modelId="{C616BDC8-F3D9-4A94-9A7C-EA5FD30D7EE4}" type="presParOf" srcId="{1E6B6DF3-444B-4699-905F-55C248797BCB}" destId="{5E658062-1A3B-4BFD-8651-0330BEAA832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DDC780-464A-4A49-B8C4-7B997E0D1170}" type="doc">
      <dgm:prSet loTypeId="urn:microsoft.com/office/officeart/2005/8/layout/vList5" loCatId="list" qsTypeId="urn:microsoft.com/office/officeart/2005/8/quickstyle/simple4" qsCatId="simple" csTypeId="urn:microsoft.com/office/officeart/2005/8/colors/colorful2" csCatId="colorful" phldr="1"/>
      <dgm:spPr/>
      <dgm:t>
        <a:bodyPr/>
        <a:lstStyle/>
        <a:p>
          <a:endParaRPr lang="en-US"/>
        </a:p>
      </dgm:t>
    </dgm:pt>
    <dgm:pt modelId="{29E8A34D-AB80-4D77-91C4-83E83D6163C6}">
      <dgm:prSet/>
      <dgm:spPr/>
      <dgm:t>
        <a:bodyPr/>
        <a:lstStyle/>
        <a:p>
          <a:r>
            <a:rPr lang="en-GB" b="1" dirty="0"/>
            <a:t>Balanced Scorecard</a:t>
          </a:r>
          <a:r>
            <a:rPr lang="en-GB" dirty="0"/>
            <a:t>: This approach aligns NutriFit’s operations with strategic goals by focusing on four key perspectives:</a:t>
          </a:r>
          <a:endParaRPr lang="en-US" dirty="0"/>
        </a:p>
      </dgm:t>
    </dgm:pt>
    <dgm:pt modelId="{24B3EAC1-A1C4-4D2F-80E8-51A5DD81C234}" type="parTrans" cxnId="{28A00C74-0D24-4FC7-A9C0-1BF642E6E55C}">
      <dgm:prSet/>
      <dgm:spPr/>
      <dgm:t>
        <a:bodyPr/>
        <a:lstStyle/>
        <a:p>
          <a:endParaRPr lang="en-US"/>
        </a:p>
      </dgm:t>
    </dgm:pt>
    <dgm:pt modelId="{5F09AAE8-787D-4768-AF79-0568E51287B6}" type="sibTrans" cxnId="{28A00C74-0D24-4FC7-A9C0-1BF642E6E55C}">
      <dgm:prSet/>
      <dgm:spPr/>
      <dgm:t>
        <a:bodyPr/>
        <a:lstStyle/>
        <a:p>
          <a:endParaRPr lang="en-US"/>
        </a:p>
      </dgm:t>
    </dgm:pt>
    <dgm:pt modelId="{1B72334F-599A-40DE-AB27-8EABE9132FCC}">
      <dgm:prSet/>
      <dgm:spPr/>
      <dgm:t>
        <a:bodyPr/>
        <a:lstStyle/>
        <a:p>
          <a:r>
            <a:rPr lang="en-GB" b="1" dirty="0"/>
            <a:t>Financial</a:t>
          </a:r>
          <a:r>
            <a:rPr lang="en-GB" dirty="0"/>
            <a:t>:</a:t>
          </a:r>
          <a:endParaRPr lang="en-US" dirty="0"/>
        </a:p>
      </dgm:t>
    </dgm:pt>
    <dgm:pt modelId="{31F17404-7FF4-4133-9BA1-B11F4F895233}" type="parTrans" cxnId="{04E4127D-ABDD-4223-9AFA-DD939433E5F8}">
      <dgm:prSet/>
      <dgm:spPr/>
      <dgm:t>
        <a:bodyPr/>
        <a:lstStyle/>
        <a:p>
          <a:endParaRPr lang="en-US"/>
        </a:p>
      </dgm:t>
    </dgm:pt>
    <dgm:pt modelId="{3B6419F9-357D-43AF-BDBB-61AEC8C01116}" type="sibTrans" cxnId="{04E4127D-ABDD-4223-9AFA-DD939433E5F8}">
      <dgm:prSet/>
      <dgm:spPr/>
      <dgm:t>
        <a:bodyPr/>
        <a:lstStyle/>
        <a:p>
          <a:endParaRPr lang="en-US"/>
        </a:p>
      </dgm:t>
    </dgm:pt>
    <dgm:pt modelId="{C2E3D020-56EE-4BA3-A112-EC7751ED1826}">
      <dgm:prSet/>
      <dgm:spPr/>
      <dgm:t>
        <a:bodyPr/>
        <a:lstStyle/>
        <a:p>
          <a:r>
            <a:rPr lang="en-GB" b="1" dirty="0"/>
            <a:t>Revenue Growth Rate</a:t>
          </a:r>
          <a:r>
            <a:rPr lang="en-GB" dirty="0"/>
            <a:t>: </a:t>
          </a:r>
          <a:r>
            <a:rPr lang="en-US" b="0" i="0" dirty="0"/>
            <a:t>Assess the augmentation in both monthly and annual revenue.</a:t>
          </a:r>
          <a:endParaRPr lang="en-US" dirty="0"/>
        </a:p>
      </dgm:t>
    </dgm:pt>
    <dgm:pt modelId="{E9470101-97C8-4597-9821-36C877247D9E}" type="parTrans" cxnId="{7620C684-C78C-4CC8-8C85-794CF8F825B5}">
      <dgm:prSet/>
      <dgm:spPr/>
      <dgm:t>
        <a:bodyPr/>
        <a:lstStyle/>
        <a:p>
          <a:endParaRPr lang="en-US"/>
        </a:p>
      </dgm:t>
    </dgm:pt>
    <dgm:pt modelId="{1911D610-2D01-4382-8767-E719492B56C2}" type="sibTrans" cxnId="{7620C684-C78C-4CC8-8C85-794CF8F825B5}">
      <dgm:prSet/>
      <dgm:spPr/>
      <dgm:t>
        <a:bodyPr/>
        <a:lstStyle/>
        <a:p>
          <a:endParaRPr lang="en-US"/>
        </a:p>
      </dgm:t>
    </dgm:pt>
    <dgm:pt modelId="{001C12FD-31AC-45D2-B6FA-F64992410836}">
      <dgm:prSet/>
      <dgm:spPr/>
      <dgm:t>
        <a:bodyPr/>
        <a:lstStyle/>
        <a:p>
          <a:r>
            <a:rPr lang="en-GB" b="1" dirty="0"/>
            <a:t>Average Order Value (AOV)</a:t>
          </a:r>
          <a:r>
            <a:rPr lang="en-GB" dirty="0"/>
            <a:t>: </a:t>
          </a:r>
          <a:r>
            <a:rPr lang="en-US" b="0" i="0" dirty="0"/>
            <a:t>Track the amount a customer spends per order.</a:t>
          </a:r>
          <a:endParaRPr lang="en-US" dirty="0"/>
        </a:p>
      </dgm:t>
    </dgm:pt>
    <dgm:pt modelId="{24AD72FE-6A32-48D6-8AE1-E9FE1F28CE9B}" type="parTrans" cxnId="{76AA88A8-B4C5-42E2-B0BC-14E55FFA0E67}">
      <dgm:prSet/>
      <dgm:spPr/>
      <dgm:t>
        <a:bodyPr/>
        <a:lstStyle/>
        <a:p>
          <a:endParaRPr lang="en-US"/>
        </a:p>
      </dgm:t>
    </dgm:pt>
    <dgm:pt modelId="{93D47051-E6BD-4F54-B467-F68C9624ACFE}" type="sibTrans" cxnId="{76AA88A8-B4C5-42E2-B0BC-14E55FFA0E67}">
      <dgm:prSet/>
      <dgm:spPr/>
      <dgm:t>
        <a:bodyPr/>
        <a:lstStyle/>
        <a:p>
          <a:endParaRPr lang="en-US"/>
        </a:p>
      </dgm:t>
    </dgm:pt>
    <dgm:pt modelId="{845E6E4A-CF59-4BE2-840E-3D7D0FE7E03E}">
      <dgm:prSet/>
      <dgm:spPr/>
      <dgm:t>
        <a:bodyPr/>
        <a:lstStyle/>
        <a:p>
          <a:r>
            <a:rPr lang="en-GB" b="1"/>
            <a:t>Customer</a:t>
          </a:r>
          <a:r>
            <a:rPr lang="en-GB"/>
            <a:t>:</a:t>
          </a:r>
          <a:endParaRPr lang="en-US"/>
        </a:p>
      </dgm:t>
    </dgm:pt>
    <dgm:pt modelId="{18D4D4CE-0D2F-49EB-95BB-CDBBF53D4FB9}" type="parTrans" cxnId="{D82A8131-31EE-4FBB-93BE-A000B37E2C87}">
      <dgm:prSet/>
      <dgm:spPr/>
      <dgm:t>
        <a:bodyPr/>
        <a:lstStyle/>
        <a:p>
          <a:endParaRPr lang="en-US"/>
        </a:p>
      </dgm:t>
    </dgm:pt>
    <dgm:pt modelId="{03672059-BDA7-42FD-82AE-D60C371DAAA5}" type="sibTrans" cxnId="{D82A8131-31EE-4FBB-93BE-A000B37E2C87}">
      <dgm:prSet/>
      <dgm:spPr/>
      <dgm:t>
        <a:bodyPr/>
        <a:lstStyle/>
        <a:p>
          <a:endParaRPr lang="en-US"/>
        </a:p>
      </dgm:t>
    </dgm:pt>
    <dgm:pt modelId="{49E4F885-4F91-43C7-B839-F40EAB1528C4}">
      <dgm:prSet/>
      <dgm:spPr/>
      <dgm:t>
        <a:bodyPr/>
        <a:lstStyle/>
        <a:p>
          <a:r>
            <a:rPr lang="en-GB" b="1" dirty="0"/>
            <a:t>Customer Retention Rate</a:t>
          </a:r>
          <a:r>
            <a:rPr lang="en-GB" dirty="0"/>
            <a:t>: </a:t>
          </a:r>
          <a:r>
            <a:rPr lang="en-US" b="0" i="0" dirty="0"/>
            <a:t>Measures loyalty and repeat business.</a:t>
          </a:r>
          <a:endParaRPr lang="en-US" dirty="0"/>
        </a:p>
      </dgm:t>
    </dgm:pt>
    <dgm:pt modelId="{C16BC92A-7409-487F-A8F1-59C4175448BE}" type="parTrans" cxnId="{BEBB99E0-0958-423B-9555-701963027EC8}">
      <dgm:prSet/>
      <dgm:spPr/>
      <dgm:t>
        <a:bodyPr/>
        <a:lstStyle/>
        <a:p>
          <a:endParaRPr lang="en-US"/>
        </a:p>
      </dgm:t>
    </dgm:pt>
    <dgm:pt modelId="{5ED70F68-877F-4FAA-B82E-AEED5C7D4F6C}" type="sibTrans" cxnId="{BEBB99E0-0958-423B-9555-701963027EC8}">
      <dgm:prSet/>
      <dgm:spPr/>
      <dgm:t>
        <a:bodyPr/>
        <a:lstStyle/>
        <a:p>
          <a:endParaRPr lang="en-US"/>
        </a:p>
      </dgm:t>
    </dgm:pt>
    <dgm:pt modelId="{0AC7CF52-767E-4C5F-AB95-DA0A05CED346}">
      <dgm:prSet/>
      <dgm:spPr/>
      <dgm:t>
        <a:bodyPr/>
        <a:lstStyle/>
        <a:p>
          <a:r>
            <a:rPr lang="en-GB" b="1" dirty="0"/>
            <a:t>Customer Satisfaction</a:t>
          </a:r>
          <a:r>
            <a:rPr lang="en-GB" dirty="0"/>
            <a:t>: </a:t>
          </a:r>
          <a:r>
            <a:rPr lang="en-US" b="0" i="0" dirty="0"/>
            <a:t>Obtain reviews of after-sales experience.</a:t>
          </a:r>
          <a:endParaRPr lang="en-US" dirty="0"/>
        </a:p>
      </dgm:t>
    </dgm:pt>
    <dgm:pt modelId="{BB939D33-B875-48C7-986E-9023E3E2BDDC}" type="parTrans" cxnId="{C1228901-DBBD-4F9D-BB36-B1897F806D86}">
      <dgm:prSet/>
      <dgm:spPr/>
      <dgm:t>
        <a:bodyPr/>
        <a:lstStyle/>
        <a:p>
          <a:endParaRPr lang="en-US"/>
        </a:p>
      </dgm:t>
    </dgm:pt>
    <dgm:pt modelId="{9EEAEAB3-866F-482F-BBBE-60F0CA4EC553}" type="sibTrans" cxnId="{C1228901-DBBD-4F9D-BB36-B1897F806D86}">
      <dgm:prSet/>
      <dgm:spPr/>
      <dgm:t>
        <a:bodyPr/>
        <a:lstStyle/>
        <a:p>
          <a:endParaRPr lang="en-US"/>
        </a:p>
      </dgm:t>
    </dgm:pt>
    <dgm:pt modelId="{4D0F8AE0-3358-4D3E-A91E-D4E52307490A}">
      <dgm:prSet/>
      <dgm:spPr/>
      <dgm:t>
        <a:bodyPr/>
        <a:lstStyle/>
        <a:p>
          <a:r>
            <a:rPr lang="en-GB" b="1"/>
            <a:t>Internal Processes</a:t>
          </a:r>
          <a:r>
            <a:rPr lang="en-GB"/>
            <a:t>:</a:t>
          </a:r>
          <a:endParaRPr lang="en-US"/>
        </a:p>
      </dgm:t>
    </dgm:pt>
    <dgm:pt modelId="{FCD7871F-34D4-409B-A50F-50E3C333F950}" type="parTrans" cxnId="{B221CE85-A3C9-4C33-A88F-8C8C81875C59}">
      <dgm:prSet/>
      <dgm:spPr/>
      <dgm:t>
        <a:bodyPr/>
        <a:lstStyle/>
        <a:p>
          <a:endParaRPr lang="en-US"/>
        </a:p>
      </dgm:t>
    </dgm:pt>
    <dgm:pt modelId="{23E98D26-F8EC-489A-8F35-33227C669BAC}" type="sibTrans" cxnId="{B221CE85-A3C9-4C33-A88F-8C8C81875C59}">
      <dgm:prSet/>
      <dgm:spPr/>
      <dgm:t>
        <a:bodyPr/>
        <a:lstStyle/>
        <a:p>
          <a:endParaRPr lang="en-US"/>
        </a:p>
      </dgm:t>
    </dgm:pt>
    <dgm:pt modelId="{19CBE483-FD77-4EF5-A386-3758A6ED09CF}">
      <dgm:prSet/>
      <dgm:spPr/>
      <dgm:t>
        <a:bodyPr/>
        <a:lstStyle/>
        <a:p>
          <a:r>
            <a:rPr lang="en-GB" b="1" dirty="0"/>
            <a:t>Order Fulfilment Time</a:t>
          </a:r>
          <a:r>
            <a:rPr lang="en-GB" dirty="0"/>
            <a:t>: </a:t>
          </a:r>
          <a:r>
            <a:rPr lang="en-US" b="0" i="0" dirty="0"/>
            <a:t>The average time cycle between an order being placed and delivered.</a:t>
          </a:r>
          <a:endParaRPr lang="en-US" dirty="0"/>
        </a:p>
      </dgm:t>
    </dgm:pt>
    <dgm:pt modelId="{538D460C-EB61-4D6F-B35D-EC618EC814BE}" type="parTrans" cxnId="{5FC97EB4-1B3D-4F1B-85CB-BC8F17521AA8}">
      <dgm:prSet/>
      <dgm:spPr/>
      <dgm:t>
        <a:bodyPr/>
        <a:lstStyle/>
        <a:p>
          <a:endParaRPr lang="en-US"/>
        </a:p>
      </dgm:t>
    </dgm:pt>
    <dgm:pt modelId="{E532DAA6-3FAC-4611-BC3B-B588C6398D5B}" type="sibTrans" cxnId="{5FC97EB4-1B3D-4F1B-85CB-BC8F17521AA8}">
      <dgm:prSet/>
      <dgm:spPr/>
      <dgm:t>
        <a:bodyPr/>
        <a:lstStyle/>
        <a:p>
          <a:endParaRPr lang="en-US"/>
        </a:p>
      </dgm:t>
    </dgm:pt>
    <dgm:pt modelId="{A0D5F77E-C435-4714-A3FA-359190CDB8EE}">
      <dgm:prSet/>
      <dgm:spPr/>
      <dgm:t>
        <a:bodyPr/>
        <a:lstStyle/>
        <a:p>
          <a:r>
            <a:rPr lang="en-GB" b="1" dirty="0"/>
            <a:t>Supply Chain Efficiency</a:t>
          </a:r>
          <a:r>
            <a:rPr lang="en-GB" dirty="0"/>
            <a:t>: </a:t>
          </a:r>
          <a:r>
            <a:rPr lang="en-US" b="0" i="0" dirty="0"/>
            <a:t>Monitor inventory turn over, sources of ingredients.</a:t>
          </a:r>
          <a:endParaRPr lang="en-US" dirty="0"/>
        </a:p>
      </dgm:t>
    </dgm:pt>
    <dgm:pt modelId="{461ABED9-71E0-402E-8DA2-CB207E6BE9EC}" type="parTrans" cxnId="{02A94110-3504-4F61-B708-FD2987A9D23A}">
      <dgm:prSet/>
      <dgm:spPr/>
      <dgm:t>
        <a:bodyPr/>
        <a:lstStyle/>
        <a:p>
          <a:endParaRPr lang="en-US"/>
        </a:p>
      </dgm:t>
    </dgm:pt>
    <dgm:pt modelId="{62D1FD74-FE17-471C-91A2-4EDDA59D7055}" type="sibTrans" cxnId="{02A94110-3504-4F61-B708-FD2987A9D23A}">
      <dgm:prSet/>
      <dgm:spPr/>
      <dgm:t>
        <a:bodyPr/>
        <a:lstStyle/>
        <a:p>
          <a:endParaRPr lang="en-US"/>
        </a:p>
      </dgm:t>
    </dgm:pt>
    <dgm:pt modelId="{A67E9C4A-64C7-4D69-891E-BC0A641AF02A}">
      <dgm:prSet/>
      <dgm:spPr/>
      <dgm:t>
        <a:bodyPr/>
        <a:lstStyle/>
        <a:p>
          <a:r>
            <a:rPr lang="en-GB" b="1"/>
            <a:t>Learning and Growth</a:t>
          </a:r>
          <a:r>
            <a:rPr lang="en-GB"/>
            <a:t>:</a:t>
          </a:r>
          <a:endParaRPr lang="en-US"/>
        </a:p>
      </dgm:t>
    </dgm:pt>
    <dgm:pt modelId="{A40C2C37-3AF3-407A-B931-22AA2C397460}" type="parTrans" cxnId="{7DE95000-8FE4-4286-A200-8E1154C4A8CE}">
      <dgm:prSet/>
      <dgm:spPr/>
      <dgm:t>
        <a:bodyPr/>
        <a:lstStyle/>
        <a:p>
          <a:endParaRPr lang="en-US"/>
        </a:p>
      </dgm:t>
    </dgm:pt>
    <dgm:pt modelId="{FCF7098F-DADD-4793-9678-D793539A0A9D}" type="sibTrans" cxnId="{7DE95000-8FE4-4286-A200-8E1154C4A8CE}">
      <dgm:prSet/>
      <dgm:spPr/>
      <dgm:t>
        <a:bodyPr/>
        <a:lstStyle/>
        <a:p>
          <a:endParaRPr lang="en-US"/>
        </a:p>
      </dgm:t>
    </dgm:pt>
    <dgm:pt modelId="{E2239EE4-E2A3-4303-A0C2-306967E6EA9D}">
      <dgm:prSet/>
      <dgm:spPr/>
      <dgm:t>
        <a:bodyPr/>
        <a:lstStyle/>
        <a:p>
          <a:r>
            <a:rPr lang="en-GB" b="1" dirty="0"/>
            <a:t>Innovation Rate</a:t>
          </a:r>
          <a:r>
            <a:rPr lang="en-GB" dirty="0"/>
            <a:t>: </a:t>
          </a:r>
          <a:r>
            <a:rPr lang="en-US" b="0" i="0" dirty="0"/>
            <a:t>Measuring the volume of newly introduced products or items.</a:t>
          </a:r>
          <a:endParaRPr lang="en-US" dirty="0"/>
        </a:p>
      </dgm:t>
    </dgm:pt>
    <dgm:pt modelId="{A773F96B-37E0-473E-B10E-C19E6912867D}" type="parTrans" cxnId="{A1298397-8E59-4470-BDC0-50F92883F956}">
      <dgm:prSet/>
      <dgm:spPr/>
      <dgm:t>
        <a:bodyPr/>
        <a:lstStyle/>
        <a:p>
          <a:endParaRPr lang="en-US"/>
        </a:p>
      </dgm:t>
    </dgm:pt>
    <dgm:pt modelId="{837D7ED2-45C6-4807-B48B-FD319A5646AB}" type="sibTrans" cxnId="{A1298397-8E59-4470-BDC0-50F92883F956}">
      <dgm:prSet/>
      <dgm:spPr/>
      <dgm:t>
        <a:bodyPr/>
        <a:lstStyle/>
        <a:p>
          <a:endParaRPr lang="en-US"/>
        </a:p>
      </dgm:t>
    </dgm:pt>
    <dgm:pt modelId="{ADB26233-7477-4C78-9B83-00918F642E4F}">
      <dgm:prSet/>
      <dgm:spPr/>
      <dgm:t>
        <a:bodyPr/>
        <a:lstStyle/>
        <a:p>
          <a:r>
            <a:rPr lang="en-GB" b="1" dirty="0"/>
            <a:t>Employee Training</a:t>
          </a:r>
          <a:r>
            <a:rPr lang="en-GB" dirty="0"/>
            <a:t>: </a:t>
          </a:r>
          <a:r>
            <a:rPr lang="en-US" b="0" i="0" dirty="0"/>
            <a:t>Measuring overall hours devoted to employee education regarding customer service and nutritional knowledge.</a:t>
          </a:r>
          <a:endParaRPr lang="en-US" dirty="0"/>
        </a:p>
      </dgm:t>
    </dgm:pt>
    <dgm:pt modelId="{2692D5CE-83D3-42F2-B61E-694C45CF5C7F}" type="parTrans" cxnId="{B66242BC-879E-4AC9-85A1-C3A9375E0B6E}">
      <dgm:prSet/>
      <dgm:spPr/>
      <dgm:t>
        <a:bodyPr/>
        <a:lstStyle/>
        <a:p>
          <a:endParaRPr lang="en-US"/>
        </a:p>
      </dgm:t>
    </dgm:pt>
    <dgm:pt modelId="{3980A2F4-02B4-4D44-B60F-83F6F61F3121}" type="sibTrans" cxnId="{B66242BC-879E-4AC9-85A1-C3A9375E0B6E}">
      <dgm:prSet/>
      <dgm:spPr/>
      <dgm:t>
        <a:bodyPr/>
        <a:lstStyle/>
        <a:p>
          <a:endParaRPr lang="en-US"/>
        </a:p>
      </dgm:t>
    </dgm:pt>
    <dgm:pt modelId="{B31B30A9-DA53-4A53-AA14-17B0B4B420CD}" type="pres">
      <dgm:prSet presAssocID="{7CDDC780-464A-4A49-B8C4-7B997E0D1170}" presName="Name0" presStyleCnt="0">
        <dgm:presLayoutVars>
          <dgm:dir/>
          <dgm:animLvl val="lvl"/>
          <dgm:resizeHandles val="exact"/>
        </dgm:presLayoutVars>
      </dgm:prSet>
      <dgm:spPr/>
    </dgm:pt>
    <dgm:pt modelId="{72A92B1C-B609-4398-933C-4F0A9BABD183}" type="pres">
      <dgm:prSet presAssocID="{29E8A34D-AB80-4D77-91C4-83E83D6163C6}" presName="linNode" presStyleCnt="0"/>
      <dgm:spPr/>
    </dgm:pt>
    <dgm:pt modelId="{C8BFB5C0-B64C-4686-88AA-7CEB7321A13F}" type="pres">
      <dgm:prSet presAssocID="{29E8A34D-AB80-4D77-91C4-83E83D6163C6}" presName="parentText" presStyleLbl="node1" presStyleIdx="0" presStyleCnt="5">
        <dgm:presLayoutVars>
          <dgm:chMax val="1"/>
          <dgm:bulletEnabled val="1"/>
        </dgm:presLayoutVars>
      </dgm:prSet>
      <dgm:spPr/>
    </dgm:pt>
    <dgm:pt modelId="{75FD61DA-6814-470E-8665-C59E0B9A4B66}" type="pres">
      <dgm:prSet presAssocID="{5F09AAE8-787D-4768-AF79-0568E51287B6}" presName="sp" presStyleCnt="0"/>
      <dgm:spPr/>
    </dgm:pt>
    <dgm:pt modelId="{30224ED0-0985-4600-841D-0FB3BC05703B}" type="pres">
      <dgm:prSet presAssocID="{1B72334F-599A-40DE-AB27-8EABE9132FCC}" presName="linNode" presStyleCnt="0"/>
      <dgm:spPr/>
    </dgm:pt>
    <dgm:pt modelId="{CA080FA4-B79B-4106-AA5F-C451C3F86194}" type="pres">
      <dgm:prSet presAssocID="{1B72334F-599A-40DE-AB27-8EABE9132FCC}" presName="parentText" presStyleLbl="node1" presStyleIdx="1" presStyleCnt="5">
        <dgm:presLayoutVars>
          <dgm:chMax val="1"/>
          <dgm:bulletEnabled val="1"/>
        </dgm:presLayoutVars>
      </dgm:prSet>
      <dgm:spPr/>
    </dgm:pt>
    <dgm:pt modelId="{427DBC4B-AC47-4788-89F2-12C5CDE7514C}" type="pres">
      <dgm:prSet presAssocID="{1B72334F-599A-40DE-AB27-8EABE9132FCC}" presName="descendantText" presStyleLbl="alignAccFollowNode1" presStyleIdx="0" presStyleCnt="4">
        <dgm:presLayoutVars>
          <dgm:bulletEnabled val="1"/>
        </dgm:presLayoutVars>
      </dgm:prSet>
      <dgm:spPr/>
    </dgm:pt>
    <dgm:pt modelId="{CD01A45D-B835-4570-A7D9-E42D8CECB8F4}" type="pres">
      <dgm:prSet presAssocID="{3B6419F9-357D-43AF-BDBB-61AEC8C01116}" presName="sp" presStyleCnt="0"/>
      <dgm:spPr/>
    </dgm:pt>
    <dgm:pt modelId="{430F783B-05E3-4A53-BCA9-C46DA9AD4A69}" type="pres">
      <dgm:prSet presAssocID="{845E6E4A-CF59-4BE2-840E-3D7D0FE7E03E}" presName="linNode" presStyleCnt="0"/>
      <dgm:spPr/>
    </dgm:pt>
    <dgm:pt modelId="{4DDE5BC7-9750-4E4E-8932-2685E9C942FC}" type="pres">
      <dgm:prSet presAssocID="{845E6E4A-CF59-4BE2-840E-3D7D0FE7E03E}" presName="parentText" presStyleLbl="node1" presStyleIdx="2" presStyleCnt="5">
        <dgm:presLayoutVars>
          <dgm:chMax val="1"/>
          <dgm:bulletEnabled val="1"/>
        </dgm:presLayoutVars>
      </dgm:prSet>
      <dgm:spPr/>
    </dgm:pt>
    <dgm:pt modelId="{2B89211C-C029-47A0-A061-337AC3571CCF}" type="pres">
      <dgm:prSet presAssocID="{845E6E4A-CF59-4BE2-840E-3D7D0FE7E03E}" presName="descendantText" presStyleLbl="alignAccFollowNode1" presStyleIdx="1" presStyleCnt="4">
        <dgm:presLayoutVars>
          <dgm:bulletEnabled val="1"/>
        </dgm:presLayoutVars>
      </dgm:prSet>
      <dgm:spPr/>
    </dgm:pt>
    <dgm:pt modelId="{9F4F78D3-CEB5-488F-87C8-4E072AFA5DE9}" type="pres">
      <dgm:prSet presAssocID="{03672059-BDA7-42FD-82AE-D60C371DAAA5}" presName="sp" presStyleCnt="0"/>
      <dgm:spPr/>
    </dgm:pt>
    <dgm:pt modelId="{0AD700B2-7B08-497C-9390-9A02CC89F310}" type="pres">
      <dgm:prSet presAssocID="{4D0F8AE0-3358-4D3E-A91E-D4E52307490A}" presName="linNode" presStyleCnt="0"/>
      <dgm:spPr/>
    </dgm:pt>
    <dgm:pt modelId="{2372FFBC-C6DD-4D78-A2B7-A4D40BB044AC}" type="pres">
      <dgm:prSet presAssocID="{4D0F8AE0-3358-4D3E-A91E-D4E52307490A}" presName="parentText" presStyleLbl="node1" presStyleIdx="3" presStyleCnt="5">
        <dgm:presLayoutVars>
          <dgm:chMax val="1"/>
          <dgm:bulletEnabled val="1"/>
        </dgm:presLayoutVars>
      </dgm:prSet>
      <dgm:spPr/>
    </dgm:pt>
    <dgm:pt modelId="{69ECFC19-3572-4DCD-8F9E-DFFBB733FFBE}" type="pres">
      <dgm:prSet presAssocID="{4D0F8AE0-3358-4D3E-A91E-D4E52307490A}" presName="descendantText" presStyleLbl="alignAccFollowNode1" presStyleIdx="2" presStyleCnt="4">
        <dgm:presLayoutVars>
          <dgm:bulletEnabled val="1"/>
        </dgm:presLayoutVars>
      </dgm:prSet>
      <dgm:spPr/>
    </dgm:pt>
    <dgm:pt modelId="{9F9D38D5-2470-40AC-BEEC-6A1BD8C71731}" type="pres">
      <dgm:prSet presAssocID="{23E98D26-F8EC-489A-8F35-33227C669BAC}" presName="sp" presStyleCnt="0"/>
      <dgm:spPr/>
    </dgm:pt>
    <dgm:pt modelId="{EDE3B79E-C942-40FA-8ABC-1C418CAA5935}" type="pres">
      <dgm:prSet presAssocID="{A67E9C4A-64C7-4D69-891E-BC0A641AF02A}" presName="linNode" presStyleCnt="0"/>
      <dgm:spPr/>
    </dgm:pt>
    <dgm:pt modelId="{AE504960-469B-4FB0-BE7C-EA5063FAB176}" type="pres">
      <dgm:prSet presAssocID="{A67E9C4A-64C7-4D69-891E-BC0A641AF02A}" presName="parentText" presStyleLbl="node1" presStyleIdx="4" presStyleCnt="5">
        <dgm:presLayoutVars>
          <dgm:chMax val="1"/>
          <dgm:bulletEnabled val="1"/>
        </dgm:presLayoutVars>
      </dgm:prSet>
      <dgm:spPr/>
    </dgm:pt>
    <dgm:pt modelId="{A2083BF8-6C39-466B-AAC1-680E2A41CBE5}" type="pres">
      <dgm:prSet presAssocID="{A67E9C4A-64C7-4D69-891E-BC0A641AF02A}" presName="descendantText" presStyleLbl="alignAccFollowNode1" presStyleIdx="3" presStyleCnt="4">
        <dgm:presLayoutVars>
          <dgm:bulletEnabled val="1"/>
        </dgm:presLayoutVars>
      </dgm:prSet>
      <dgm:spPr/>
    </dgm:pt>
  </dgm:ptLst>
  <dgm:cxnLst>
    <dgm:cxn modelId="{7DE95000-8FE4-4286-A200-8E1154C4A8CE}" srcId="{7CDDC780-464A-4A49-B8C4-7B997E0D1170}" destId="{A67E9C4A-64C7-4D69-891E-BC0A641AF02A}" srcOrd="4" destOrd="0" parTransId="{A40C2C37-3AF3-407A-B931-22AA2C397460}" sibTransId="{FCF7098F-DADD-4793-9678-D793539A0A9D}"/>
    <dgm:cxn modelId="{C1228901-DBBD-4F9D-BB36-B1897F806D86}" srcId="{845E6E4A-CF59-4BE2-840E-3D7D0FE7E03E}" destId="{0AC7CF52-767E-4C5F-AB95-DA0A05CED346}" srcOrd="1" destOrd="0" parTransId="{BB939D33-B875-48C7-986E-9023E3E2BDDC}" sibTransId="{9EEAEAB3-866F-482F-BBBE-60F0CA4EC553}"/>
    <dgm:cxn modelId="{9F9CBF09-9156-4AA7-9B18-63DE575520F0}" type="presOf" srcId="{A0D5F77E-C435-4714-A3FA-359190CDB8EE}" destId="{69ECFC19-3572-4DCD-8F9E-DFFBB733FFBE}" srcOrd="0" destOrd="1" presId="urn:microsoft.com/office/officeart/2005/8/layout/vList5"/>
    <dgm:cxn modelId="{26AF820A-E34A-4A63-B392-9FD2F39EF9A2}" type="presOf" srcId="{29E8A34D-AB80-4D77-91C4-83E83D6163C6}" destId="{C8BFB5C0-B64C-4686-88AA-7CEB7321A13F}" srcOrd="0" destOrd="0" presId="urn:microsoft.com/office/officeart/2005/8/layout/vList5"/>
    <dgm:cxn modelId="{02A94110-3504-4F61-B708-FD2987A9D23A}" srcId="{4D0F8AE0-3358-4D3E-A91E-D4E52307490A}" destId="{A0D5F77E-C435-4714-A3FA-359190CDB8EE}" srcOrd="1" destOrd="0" parTransId="{461ABED9-71E0-402E-8DA2-CB207E6BE9EC}" sibTransId="{62D1FD74-FE17-471C-91A2-4EDDA59D7055}"/>
    <dgm:cxn modelId="{F7619F1F-F4A5-4F23-BCC9-9CE29B3AAD1E}" type="presOf" srcId="{49E4F885-4F91-43C7-B839-F40EAB1528C4}" destId="{2B89211C-C029-47A0-A061-337AC3571CCF}" srcOrd="0" destOrd="0" presId="urn:microsoft.com/office/officeart/2005/8/layout/vList5"/>
    <dgm:cxn modelId="{D9014B29-DDD9-4882-B2EA-60C5734C7E5D}" type="presOf" srcId="{001C12FD-31AC-45D2-B6FA-F64992410836}" destId="{427DBC4B-AC47-4788-89F2-12C5CDE7514C}" srcOrd="0" destOrd="1" presId="urn:microsoft.com/office/officeart/2005/8/layout/vList5"/>
    <dgm:cxn modelId="{D82A8131-31EE-4FBB-93BE-A000B37E2C87}" srcId="{7CDDC780-464A-4A49-B8C4-7B997E0D1170}" destId="{845E6E4A-CF59-4BE2-840E-3D7D0FE7E03E}" srcOrd="2" destOrd="0" parTransId="{18D4D4CE-0D2F-49EB-95BB-CDBBF53D4FB9}" sibTransId="{03672059-BDA7-42FD-82AE-D60C371DAAA5}"/>
    <dgm:cxn modelId="{E8FA2835-E42C-408B-B2BF-BC07E33B612A}" type="presOf" srcId="{A67E9C4A-64C7-4D69-891E-BC0A641AF02A}" destId="{AE504960-469B-4FB0-BE7C-EA5063FAB176}" srcOrd="0" destOrd="0" presId="urn:microsoft.com/office/officeart/2005/8/layout/vList5"/>
    <dgm:cxn modelId="{F7DA045F-577F-4DFF-89F1-1FC29541E4EA}" type="presOf" srcId="{ADB26233-7477-4C78-9B83-00918F642E4F}" destId="{A2083BF8-6C39-466B-AAC1-680E2A41CBE5}" srcOrd="0" destOrd="1" presId="urn:microsoft.com/office/officeart/2005/8/layout/vList5"/>
    <dgm:cxn modelId="{655A7768-7D58-4512-8898-891947D9A714}" type="presOf" srcId="{E2239EE4-E2A3-4303-A0C2-306967E6EA9D}" destId="{A2083BF8-6C39-466B-AAC1-680E2A41CBE5}" srcOrd="0" destOrd="0" presId="urn:microsoft.com/office/officeart/2005/8/layout/vList5"/>
    <dgm:cxn modelId="{F4B4E969-2CE4-445A-A351-39A5C221556B}" type="presOf" srcId="{4D0F8AE0-3358-4D3E-A91E-D4E52307490A}" destId="{2372FFBC-C6DD-4D78-A2B7-A4D40BB044AC}" srcOrd="0" destOrd="0" presId="urn:microsoft.com/office/officeart/2005/8/layout/vList5"/>
    <dgm:cxn modelId="{C036684B-A9F0-46CC-AAA3-FD4F97C7CAEB}" type="presOf" srcId="{7CDDC780-464A-4A49-B8C4-7B997E0D1170}" destId="{B31B30A9-DA53-4A53-AA14-17B0B4B420CD}" srcOrd="0" destOrd="0" presId="urn:microsoft.com/office/officeart/2005/8/layout/vList5"/>
    <dgm:cxn modelId="{C6976872-CD83-4C15-BD9D-938BDA7F2BFF}" type="presOf" srcId="{1B72334F-599A-40DE-AB27-8EABE9132FCC}" destId="{CA080FA4-B79B-4106-AA5F-C451C3F86194}" srcOrd="0" destOrd="0" presId="urn:microsoft.com/office/officeart/2005/8/layout/vList5"/>
    <dgm:cxn modelId="{28A00C74-0D24-4FC7-A9C0-1BF642E6E55C}" srcId="{7CDDC780-464A-4A49-B8C4-7B997E0D1170}" destId="{29E8A34D-AB80-4D77-91C4-83E83D6163C6}" srcOrd="0" destOrd="0" parTransId="{24B3EAC1-A1C4-4D2F-80E8-51A5DD81C234}" sibTransId="{5F09AAE8-787D-4768-AF79-0568E51287B6}"/>
    <dgm:cxn modelId="{0AD49B78-BF38-49B7-B956-2E2D2011FB61}" type="presOf" srcId="{19CBE483-FD77-4EF5-A386-3758A6ED09CF}" destId="{69ECFC19-3572-4DCD-8F9E-DFFBB733FFBE}" srcOrd="0" destOrd="0" presId="urn:microsoft.com/office/officeart/2005/8/layout/vList5"/>
    <dgm:cxn modelId="{EB3C357B-3CB0-4BD2-AF39-B962AB696234}" type="presOf" srcId="{0AC7CF52-767E-4C5F-AB95-DA0A05CED346}" destId="{2B89211C-C029-47A0-A061-337AC3571CCF}" srcOrd="0" destOrd="1" presId="urn:microsoft.com/office/officeart/2005/8/layout/vList5"/>
    <dgm:cxn modelId="{04E4127D-ABDD-4223-9AFA-DD939433E5F8}" srcId="{7CDDC780-464A-4A49-B8C4-7B997E0D1170}" destId="{1B72334F-599A-40DE-AB27-8EABE9132FCC}" srcOrd="1" destOrd="0" parTransId="{31F17404-7FF4-4133-9BA1-B11F4F895233}" sibTransId="{3B6419F9-357D-43AF-BDBB-61AEC8C01116}"/>
    <dgm:cxn modelId="{7620C684-C78C-4CC8-8C85-794CF8F825B5}" srcId="{1B72334F-599A-40DE-AB27-8EABE9132FCC}" destId="{C2E3D020-56EE-4BA3-A112-EC7751ED1826}" srcOrd="0" destOrd="0" parTransId="{E9470101-97C8-4597-9821-36C877247D9E}" sibTransId="{1911D610-2D01-4382-8767-E719492B56C2}"/>
    <dgm:cxn modelId="{B221CE85-A3C9-4C33-A88F-8C8C81875C59}" srcId="{7CDDC780-464A-4A49-B8C4-7B997E0D1170}" destId="{4D0F8AE0-3358-4D3E-A91E-D4E52307490A}" srcOrd="3" destOrd="0" parTransId="{FCD7871F-34D4-409B-A50F-50E3C333F950}" sibTransId="{23E98D26-F8EC-489A-8F35-33227C669BAC}"/>
    <dgm:cxn modelId="{A1298397-8E59-4470-BDC0-50F92883F956}" srcId="{A67E9C4A-64C7-4D69-891E-BC0A641AF02A}" destId="{E2239EE4-E2A3-4303-A0C2-306967E6EA9D}" srcOrd="0" destOrd="0" parTransId="{A773F96B-37E0-473E-B10E-C19E6912867D}" sibTransId="{837D7ED2-45C6-4807-B48B-FD319A5646AB}"/>
    <dgm:cxn modelId="{76AA88A8-B4C5-42E2-B0BC-14E55FFA0E67}" srcId="{1B72334F-599A-40DE-AB27-8EABE9132FCC}" destId="{001C12FD-31AC-45D2-B6FA-F64992410836}" srcOrd="1" destOrd="0" parTransId="{24AD72FE-6A32-48D6-8AE1-E9FE1F28CE9B}" sibTransId="{93D47051-E6BD-4F54-B467-F68C9624ACFE}"/>
    <dgm:cxn modelId="{5FC97EB4-1B3D-4F1B-85CB-BC8F17521AA8}" srcId="{4D0F8AE0-3358-4D3E-A91E-D4E52307490A}" destId="{19CBE483-FD77-4EF5-A386-3758A6ED09CF}" srcOrd="0" destOrd="0" parTransId="{538D460C-EB61-4D6F-B35D-EC618EC814BE}" sibTransId="{E532DAA6-3FAC-4611-BC3B-B588C6398D5B}"/>
    <dgm:cxn modelId="{B66242BC-879E-4AC9-85A1-C3A9375E0B6E}" srcId="{A67E9C4A-64C7-4D69-891E-BC0A641AF02A}" destId="{ADB26233-7477-4C78-9B83-00918F642E4F}" srcOrd="1" destOrd="0" parTransId="{2692D5CE-83D3-42F2-B61E-694C45CF5C7F}" sibTransId="{3980A2F4-02B4-4D44-B60F-83F6F61F3121}"/>
    <dgm:cxn modelId="{DC7859D7-39A6-4E22-93DC-3988F7279590}" type="presOf" srcId="{845E6E4A-CF59-4BE2-840E-3D7D0FE7E03E}" destId="{4DDE5BC7-9750-4E4E-8932-2685E9C942FC}" srcOrd="0" destOrd="0" presId="urn:microsoft.com/office/officeart/2005/8/layout/vList5"/>
    <dgm:cxn modelId="{BEBB99E0-0958-423B-9555-701963027EC8}" srcId="{845E6E4A-CF59-4BE2-840E-3D7D0FE7E03E}" destId="{49E4F885-4F91-43C7-B839-F40EAB1528C4}" srcOrd="0" destOrd="0" parTransId="{C16BC92A-7409-487F-A8F1-59C4175448BE}" sibTransId="{5ED70F68-877F-4FAA-B82E-AEED5C7D4F6C}"/>
    <dgm:cxn modelId="{9288D4E9-E3B7-4EE0-A486-204AA33AEAE1}" type="presOf" srcId="{C2E3D020-56EE-4BA3-A112-EC7751ED1826}" destId="{427DBC4B-AC47-4788-89F2-12C5CDE7514C}" srcOrd="0" destOrd="0" presId="urn:microsoft.com/office/officeart/2005/8/layout/vList5"/>
    <dgm:cxn modelId="{F3BA0636-8643-4089-9041-5440C61EF960}" type="presParOf" srcId="{B31B30A9-DA53-4A53-AA14-17B0B4B420CD}" destId="{72A92B1C-B609-4398-933C-4F0A9BABD183}" srcOrd="0" destOrd="0" presId="urn:microsoft.com/office/officeart/2005/8/layout/vList5"/>
    <dgm:cxn modelId="{9320DCF8-20CC-4906-925A-5A0170F704AE}" type="presParOf" srcId="{72A92B1C-B609-4398-933C-4F0A9BABD183}" destId="{C8BFB5C0-B64C-4686-88AA-7CEB7321A13F}" srcOrd="0" destOrd="0" presId="urn:microsoft.com/office/officeart/2005/8/layout/vList5"/>
    <dgm:cxn modelId="{06E6530C-7B79-46E9-8C22-5A4057935700}" type="presParOf" srcId="{B31B30A9-DA53-4A53-AA14-17B0B4B420CD}" destId="{75FD61DA-6814-470E-8665-C59E0B9A4B66}" srcOrd="1" destOrd="0" presId="urn:microsoft.com/office/officeart/2005/8/layout/vList5"/>
    <dgm:cxn modelId="{ABB1510D-39AA-45E7-BEC8-BBC67028C884}" type="presParOf" srcId="{B31B30A9-DA53-4A53-AA14-17B0B4B420CD}" destId="{30224ED0-0985-4600-841D-0FB3BC05703B}" srcOrd="2" destOrd="0" presId="urn:microsoft.com/office/officeart/2005/8/layout/vList5"/>
    <dgm:cxn modelId="{E717EB55-63A9-4AA0-8480-14A088BB2DBB}" type="presParOf" srcId="{30224ED0-0985-4600-841D-0FB3BC05703B}" destId="{CA080FA4-B79B-4106-AA5F-C451C3F86194}" srcOrd="0" destOrd="0" presId="urn:microsoft.com/office/officeart/2005/8/layout/vList5"/>
    <dgm:cxn modelId="{63806DA1-BA6A-4DA3-87B2-97D6F4C8D764}" type="presParOf" srcId="{30224ED0-0985-4600-841D-0FB3BC05703B}" destId="{427DBC4B-AC47-4788-89F2-12C5CDE7514C}" srcOrd="1" destOrd="0" presId="urn:microsoft.com/office/officeart/2005/8/layout/vList5"/>
    <dgm:cxn modelId="{C0948B73-977F-465E-ABED-9BA8B8DA00FA}" type="presParOf" srcId="{B31B30A9-DA53-4A53-AA14-17B0B4B420CD}" destId="{CD01A45D-B835-4570-A7D9-E42D8CECB8F4}" srcOrd="3" destOrd="0" presId="urn:microsoft.com/office/officeart/2005/8/layout/vList5"/>
    <dgm:cxn modelId="{A544696D-EF68-4DDC-98C3-1DB2F51BD333}" type="presParOf" srcId="{B31B30A9-DA53-4A53-AA14-17B0B4B420CD}" destId="{430F783B-05E3-4A53-BCA9-C46DA9AD4A69}" srcOrd="4" destOrd="0" presId="urn:microsoft.com/office/officeart/2005/8/layout/vList5"/>
    <dgm:cxn modelId="{D384090F-1562-48A4-B03D-F6B5FB1C8E62}" type="presParOf" srcId="{430F783B-05E3-4A53-BCA9-C46DA9AD4A69}" destId="{4DDE5BC7-9750-4E4E-8932-2685E9C942FC}" srcOrd="0" destOrd="0" presId="urn:microsoft.com/office/officeart/2005/8/layout/vList5"/>
    <dgm:cxn modelId="{46661D74-BD24-4CAF-99CC-8A8382D7FFD8}" type="presParOf" srcId="{430F783B-05E3-4A53-BCA9-C46DA9AD4A69}" destId="{2B89211C-C029-47A0-A061-337AC3571CCF}" srcOrd="1" destOrd="0" presId="urn:microsoft.com/office/officeart/2005/8/layout/vList5"/>
    <dgm:cxn modelId="{7EA43650-EF9E-44B8-A3CA-477AB32D4E94}" type="presParOf" srcId="{B31B30A9-DA53-4A53-AA14-17B0B4B420CD}" destId="{9F4F78D3-CEB5-488F-87C8-4E072AFA5DE9}" srcOrd="5" destOrd="0" presId="urn:microsoft.com/office/officeart/2005/8/layout/vList5"/>
    <dgm:cxn modelId="{D1DE2B0D-F6B4-424C-AB56-B5D457203080}" type="presParOf" srcId="{B31B30A9-DA53-4A53-AA14-17B0B4B420CD}" destId="{0AD700B2-7B08-497C-9390-9A02CC89F310}" srcOrd="6" destOrd="0" presId="urn:microsoft.com/office/officeart/2005/8/layout/vList5"/>
    <dgm:cxn modelId="{196A1A16-E624-498D-ABD8-2B02C4D341A2}" type="presParOf" srcId="{0AD700B2-7B08-497C-9390-9A02CC89F310}" destId="{2372FFBC-C6DD-4D78-A2B7-A4D40BB044AC}" srcOrd="0" destOrd="0" presId="urn:microsoft.com/office/officeart/2005/8/layout/vList5"/>
    <dgm:cxn modelId="{3C1C8696-E18D-4E8F-9D6E-1E0D510B6CA6}" type="presParOf" srcId="{0AD700B2-7B08-497C-9390-9A02CC89F310}" destId="{69ECFC19-3572-4DCD-8F9E-DFFBB733FFBE}" srcOrd="1" destOrd="0" presId="urn:microsoft.com/office/officeart/2005/8/layout/vList5"/>
    <dgm:cxn modelId="{9D6D516C-D5D8-468D-BF33-97BA83C97CC0}" type="presParOf" srcId="{B31B30A9-DA53-4A53-AA14-17B0B4B420CD}" destId="{9F9D38D5-2470-40AC-BEEC-6A1BD8C71731}" srcOrd="7" destOrd="0" presId="urn:microsoft.com/office/officeart/2005/8/layout/vList5"/>
    <dgm:cxn modelId="{BB383163-15BC-4C60-AD42-3719F63E953D}" type="presParOf" srcId="{B31B30A9-DA53-4A53-AA14-17B0B4B420CD}" destId="{EDE3B79E-C942-40FA-8ABC-1C418CAA5935}" srcOrd="8" destOrd="0" presId="urn:microsoft.com/office/officeart/2005/8/layout/vList5"/>
    <dgm:cxn modelId="{D45CC8DD-B611-4D2B-A928-8FDE8757ACE5}" type="presParOf" srcId="{EDE3B79E-C942-40FA-8ABC-1C418CAA5935}" destId="{AE504960-469B-4FB0-BE7C-EA5063FAB176}" srcOrd="0" destOrd="0" presId="urn:microsoft.com/office/officeart/2005/8/layout/vList5"/>
    <dgm:cxn modelId="{DF980359-4DA8-4B42-BD41-00EA9882AF0A}" type="presParOf" srcId="{EDE3B79E-C942-40FA-8ABC-1C418CAA5935}" destId="{A2083BF8-6C39-466B-AAC1-680E2A41CBE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3895A6F-0DBC-4D31-A11D-D7C5A9759819}"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BDC0080D-CB0E-45FE-B305-01DC0FE6E82F}">
      <dgm:prSet/>
      <dgm:spPr/>
      <dgm:t>
        <a:bodyPr/>
        <a:lstStyle/>
        <a:p>
          <a:r>
            <a:rPr lang="en-GB" dirty="0"/>
            <a:t>How large is the market for diet-conscious younger individuals?</a:t>
          </a:r>
          <a:endParaRPr lang="en-US" dirty="0"/>
        </a:p>
      </dgm:t>
    </dgm:pt>
    <dgm:pt modelId="{05FD82DE-FBD4-450B-A655-99681E3AEF4A}" type="parTrans" cxnId="{592EBDA8-0397-49B9-85A2-3815037050EB}">
      <dgm:prSet/>
      <dgm:spPr/>
      <dgm:t>
        <a:bodyPr/>
        <a:lstStyle/>
        <a:p>
          <a:endParaRPr lang="en-US"/>
        </a:p>
      </dgm:t>
    </dgm:pt>
    <dgm:pt modelId="{E54CD76B-0DB9-4028-A93C-547F309F6115}" type="sibTrans" cxnId="{592EBDA8-0397-49B9-85A2-3815037050EB}">
      <dgm:prSet/>
      <dgm:spPr/>
      <dgm:t>
        <a:bodyPr/>
        <a:lstStyle/>
        <a:p>
          <a:endParaRPr lang="en-US"/>
        </a:p>
      </dgm:t>
    </dgm:pt>
    <dgm:pt modelId="{7B45FD2D-A3B6-49A6-AAA6-7057FA73C3CE}">
      <dgm:prSet/>
      <dgm:spPr/>
      <dgm:t>
        <a:bodyPr/>
        <a:lstStyle/>
        <a:p>
          <a:r>
            <a:rPr lang="en-GB" dirty="0"/>
            <a:t>What trends or behaviours indicate a strong potential for engagement?</a:t>
          </a:r>
          <a:endParaRPr lang="en-US" dirty="0"/>
        </a:p>
      </dgm:t>
    </dgm:pt>
    <dgm:pt modelId="{19BB0CBD-605B-4069-AF8B-6C5998B1CD94}" type="parTrans" cxnId="{81B39411-BE71-4EB0-A0D3-C7710E023878}">
      <dgm:prSet/>
      <dgm:spPr/>
      <dgm:t>
        <a:bodyPr/>
        <a:lstStyle/>
        <a:p>
          <a:endParaRPr lang="en-US"/>
        </a:p>
      </dgm:t>
    </dgm:pt>
    <dgm:pt modelId="{3A60FB83-0BA0-4DA2-B860-444ECEAEFB2D}" type="sibTrans" cxnId="{81B39411-BE71-4EB0-A0D3-C7710E023878}">
      <dgm:prSet/>
      <dgm:spPr/>
      <dgm:t>
        <a:bodyPr/>
        <a:lstStyle/>
        <a:p>
          <a:endParaRPr lang="en-US"/>
        </a:p>
      </dgm:t>
    </dgm:pt>
    <dgm:pt modelId="{9CE51FCF-37C5-4A09-B26B-B1A4CC4304E2}">
      <dgm:prSet/>
      <dgm:spPr/>
      <dgm:t>
        <a:bodyPr/>
        <a:lstStyle/>
        <a:p>
          <a:r>
            <a:rPr lang="en-GB"/>
            <a:t>What are the spending patterns of the target group?</a:t>
          </a:r>
          <a:endParaRPr lang="en-US"/>
        </a:p>
      </dgm:t>
    </dgm:pt>
    <dgm:pt modelId="{2F3BBC08-C3A6-4B73-A7C2-4247F9197AE3}" type="parTrans" cxnId="{435FDC7A-ADC4-4B7F-876D-98B2C4898907}">
      <dgm:prSet/>
      <dgm:spPr/>
      <dgm:t>
        <a:bodyPr/>
        <a:lstStyle/>
        <a:p>
          <a:endParaRPr lang="en-US"/>
        </a:p>
      </dgm:t>
    </dgm:pt>
    <dgm:pt modelId="{38CAB61C-745D-483F-A8A0-621CCE560F22}" type="sibTrans" cxnId="{435FDC7A-ADC4-4B7F-876D-98B2C4898907}">
      <dgm:prSet/>
      <dgm:spPr/>
      <dgm:t>
        <a:bodyPr/>
        <a:lstStyle/>
        <a:p>
          <a:endParaRPr lang="en-US"/>
        </a:p>
      </dgm:t>
    </dgm:pt>
    <dgm:pt modelId="{0C8019FF-7468-41B6-B0E7-57834F1A0CB5}">
      <dgm:prSet/>
      <dgm:spPr/>
      <dgm:t>
        <a:bodyPr/>
        <a:lstStyle/>
        <a:p>
          <a:r>
            <a:rPr lang="en-GB" dirty="0"/>
            <a:t>What types of meals and services are they most interested in?</a:t>
          </a:r>
          <a:endParaRPr lang="en-US" dirty="0"/>
        </a:p>
      </dgm:t>
    </dgm:pt>
    <dgm:pt modelId="{0270367B-7ED2-4666-A4F0-867F83BECEF1}" type="parTrans" cxnId="{7F549868-2C52-45F5-B5F5-F0A86995F031}">
      <dgm:prSet/>
      <dgm:spPr/>
      <dgm:t>
        <a:bodyPr/>
        <a:lstStyle/>
        <a:p>
          <a:endParaRPr lang="en-US"/>
        </a:p>
      </dgm:t>
    </dgm:pt>
    <dgm:pt modelId="{D3487CD9-F00A-47AB-9FF4-8454F30B05E2}" type="sibTrans" cxnId="{7F549868-2C52-45F5-B5F5-F0A86995F031}">
      <dgm:prSet/>
      <dgm:spPr/>
      <dgm:t>
        <a:bodyPr/>
        <a:lstStyle/>
        <a:p>
          <a:endParaRPr lang="en-US"/>
        </a:p>
      </dgm:t>
    </dgm:pt>
    <dgm:pt modelId="{9D730BBC-8DD6-4434-8E16-7D4BB4AA6D85}">
      <dgm:prSet/>
      <dgm:spPr/>
      <dgm:t>
        <a:bodyPr/>
        <a:lstStyle/>
        <a:p>
          <a:r>
            <a:rPr lang="en-US" dirty="0"/>
            <a:t>To what degree can revenue be expected from this newly identified target audience?</a:t>
          </a:r>
        </a:p>
      </dgm:t>
    </dgm:pt>
    <dgm:pt modelId="{FE534D59-DA53-4CED-8949-CD0617DB30F5}" type="parTrans" cxnId="{9D07663F-7CB5-4774-8F06-7421C3262EED}">
      <dgm:prSet/>
      <dgm:spPr/>
      <dgm:t>
        <a:bodyPr/>
        <a:lstStyle/>
        <a:p>
          <a:endParaRPr lang="en-US"/>
        </a:p>
      </dgm:t>
    </dgm:pt>
    <dgm:pt modelId="{BED1E1C7-9BA8-422A-948E-CDFA8F85E1A7}" type="sibTrans" cxnId="{9D07663F-7CB5-4774-8F06-7421C3262EED}">
      <dgm:prSet/>
      <dgm:spPr/>
      <dgm:t>
        <a:bodyPr/>
        <a:lstStyle/>
        <a:p>
          <a:endParaRPr lang="en-US"/>
        </a:p>
      </dgm:t>
    </dgm:pt>
    <dgm:pt modelId="{D4BCE969-52F6-48E3-B691-E361CE9F3B27}">
      <dgm:prSet/>
      <dgm:spPr/>
      <dgm:t>
        <a:bodyPr/>
        <a:lstStyle/>
        <a:p>
          <a:r>
            <a:rPr lang="en-GB" dirty="0"/>
            <a:t>What are the potential risks of focusing on this demographic?</a:t>
          </a:r>
          <a:endParaRPr lang="en-US" dirty="0"/>
        </a:p>
      </dgm:t>
    </dgm:pt>
    <dgm:pt modelId="{7FE4DDD4-6E25-4B50-8A1F-F75637352D20}" type="parTrans" cxnId="{3BD06D30-3650-4362-B90A-BFD391A34920}">
      <dgm:prSet/>
      <dgm:spPr/>
      <dgm:t>
        <a:bodyPr/>
        <a:lstStyle/>
        <a:p>
          <a:endParaRPr lang="en-US"/>
        </a:p>
      </dgm:t>
    </dgm:pt>
    <dgm:pt modelId="{25707150-5BB4-47C4-9A6B-396885373EA9}" type="sibTrans" cxnId="{3BD06D30-3650-4362-B90A-BFD391A34920}">
      <dgm:prSet/>
      <dgm:spPr/>
      <dgm:t>
        <a:bodyPr/>
        <a:lstStyle/>
        <a:p>
          <a:endParaRPr lang="en-US"/>
        </a:p>
      </dgm:t>
    </dgm:pt>
    <dgm:pt modelId="{411BB6AD-24CB-4B6B-AACA-D75A33C88689}">
      <dgm:prSet/>
      <dgm:spPr/>
      <dgm:t>
        <a:bodyPr/>
        <a:lstStyle/>
        <a:p>
          <a:r>
            <a:rPr lang="en-GB" dirty="0"/>
            <a:t>How can these risks be mitigated through data-driven strategies?</a:t>
          </a:r>
          <a:endParaRPr lang="en-US" dirty="0"/>
        </a:p>
      </dgm:t>
    </dgm:pt>
    <dgm:pt modelId="{F8025942-646F-4ADB-991F-2A4E096B9B69}" type="parTrans" cxnId="{75015B14-D76E-442B-A4F8-EDBFF9450954}">
      <dgm:prSet/>
      <dgm:spPr/>
      <dgm:t>
        <a:bodyPr/>
        <a:lstStyle/>
        <a:p>
          <a:endParaRPr lang="en-US"/>
        </a:p>
      </dgm:t>
    </dgm:pt>
    <dgm:pt modelId="{08912CE7-CC44-41A0-8DA0-8BC5FBB084D9}" type="sibTrans" cxnId="{75015B14-D76E-442B-A4F8-EDBFF9450954}">
      <dgm:prSet/>
      <dgm:spPr/>
      <dgm:t>
        <a:bodyPr/>
        <a:lstStyle/>
        <a:p>
          <a:endParaRPr lang="en-US"/>
        </a:p>
      </dgm:t>
    </dgm:pt>
    <dgm:pt modelId="{4BA96404-DD67-46F7-9CDC-734B1F499F1F}">
      <dgm:prSet/>
      <dgm:spPr/>
      <dgm:t>
        <a:bodyPr/>
        <a:lstStyle/>
        <a:p>
          <a:r>
            <a:rPr lang="en-US" dirty="0"/>
            <a:t>What are the best sources of internal and external data to increase our knowledge and understanding of the target audience?</a:t>
          </a:r>
        </a:p>
      </dgm:t>
    </dgm:pt>
    <dgm:pt modelId="{812067C0-E219-45EB-804D-ED1E12780AA4}" type="parTrans" cxnId="{C9EA7782-EF52-432E-B4DE-F93FB5084FFD}">
      <dgm:prSet/>
      <dgm:spPr/>
      <dgm:t>
        <a:bodyPr/>
        <a:lstStyle/>
        <a:p>
          <a:endParaRPr lang="en-US"/>
        </a:p>
      </dgm:t>
    </dgm:pt>
    <dgm:pt modelId="{921A7465-271C-42C4-8B35-CD1443C01475}" type="sibTrans" cxnId="{C9EA7782-EF52-432E-B4DE-F93FB5084FFD}">
      <dgm:prSet/>
      <dgm:spPr/>
      <dgm:t>
        <a:bodyPr/>
        <a:lstStyle/>
        <a:p>
          <a:endParaRPr lang="en-US"/>
        </a:p>
      </dgm:t>
    </dgm:pt>
    <dgm:pt modelId="{AB1E8DC3-AE62-4473-BF57-895DAE36DF3C}">
      <dgm:prSet/>
      <dgm:spPr/>
      <dgm:t>
        <a:bodyPr/>
        <a:lstStyle/>
        <a:p>
          <a:r>
            <a:rPr lang="en-GB" dirty="0"/>
            <a:t>How can big data enhance our predictive capabilities for customer trends?</a:t>
          </a:r>
          <a:endParaRPr lang="en-US" dirty="0"/>
        </a:p>
      </dgm:t>
    </dgm:pt>
    <dgm:pt modelId="{5A8E6F2E-B6F3-421C-B2E0-F45EE1C9C989}" type="parTrans" cxnId="{46BD6515-1F9E-4D3D-9FC5-D5447A4DFA50}">
      <dgm:prSet/>
      <dgm:spPr/>
      <dgm:t>
        <a:bodyPr/>
        <a:lstStyle/>
        <a:p>
          <a:endParaRPr lang="en-US"/>
        </a:p>
      </dgm:t>
    </dgm:pt>
    <dgm:pt modelId="{5F5FFC71-CEC6-4E06-8046-2A0B682909F1}" type="sibTrans" cxnId="{46BD6515-1F9E-4D3D-9FC5-D5447A4DFA50}">
      <dgm:prSet/>
      <dgm:spPr/>
      <dgm:t>
        <a:bodyPr/>
        <a:lstStyle/>
        <a:p>
          <a:endParaRPr lang="en-US"/>
        </a:p>
      </dgm:t>
    </dgm:pt>
    <dgm:pt modelId="{76D6BA50-01DA-41AA-A475-5D610CF20D98}" type="pres">
      <dgm:prSet presAssocID="{43895A6F-0DBC-4D31-A11D-D7C5A9759819}" presName="vert0" presStyleCnt="0">
        <dgm:presLayoutVars>
          <dgm:dir/>
          <dgm:animOne val="branch"/>
          <dgm:animLvl val="lvl"/>
        </dgm:presLayoutVars>
      </dgm:prSet>
      <dgm:spPr/>
    </dgm:pt>
    <dgm:pt modelId="{429ADCB3-188E-4CD9-A99E-F53513E9FDCF}" type="pres">
      <dgm:prSet presAssocID="{BDC0080D-CB0E-45FE-B305-01DC0FE6E82F}" presName="thickLine" presStyleLbl="alignNode1" presStyleIdx="0" presStyleCnt="9"/>
      <dgm:spPr/>
    </dgm:pt>
    <dgm:pt modelId="{BFE225F4-14CB-4C31-8DF7-A604AF031EBF}" type="pres">
      <dgm:prSet presAssocID="{BDC0080D-CB0E-45FE-B305-01DC0FE6E82F}" presName="horz1" presStyleCnt="0"/>
      <dgm:spPr/>
    </dgm:pt>
    <dgm:pt modelId="{BD548DE1-20F4-4E71-BAE4-02C65675074E}" type="pres">
      <dgm:prSet presAssocID="{BDC0080D-CB0E-45FE-B305-01DC0FE6E82F}" presName="tx1" presStyleLbl="revTx" presStyleIdx="0" presStyleCnt="9"/>
      <dgm:spPr/>
    </dgm:pt>
    <dgm:pt modelId="{75620536-69DD-43E0-BDDA-23AA9F9338AA}" type="pres">
      <dgm:prSet presAssocID="{BDC0080D-CB0E-45FE-B305-01DC0FE6E82F}" presName="vert1" presStyleCnt="0"/>
      <dgm:spPr/>
    </dgm:pt>
    <dgm:pt modelId="{8909267A-3EB5-4698-9FB8-57674D8208CE}" type="pres">
      <dgm:prSet presAssocID="{7B45FD2D-A3B6-49A6-AAA6-7057FA73C3CE}" presName="thickLine" presStyleLbl="alignNode1" presStyleIdx="1" presStyleCnt="9"/>
      <dgm:spPr/>
    </dgm:pt>
    <dgm:pt modelId="{0224A9E7-5A5C-4455-AB27-D70F7F66C3A5}" type="pres">
      <dgm:prSet presAssocID="{7B45FD2D-A3B6-49A6-AAA6-7057FA73C3CE}" presName="horz1" presStyleCnt="0"/>
      <dgm:spPr/>
    </dgm:pt>
    <dgm:pt modelId="{F0C8F87C-74EE-4D03-8B00-6ACD25CCA5E9}" type="pres">
      <dgm:prSet presAssocID="{7B45FD2D-A3B6-49A6-AAA6-7057FA73C3CE}" presName="tx1" presStyleLbl="revTx" presStyleIdx="1" presStyleCnt="9"/>
      <dgm:spPr/>
    </dgm:pt>
    <dgm:pt modelId="{EAA73930-461F-49E4-9C4F-DB049706102C}" type="pres">
      <dgm:prSet presAssocID="{7B45FD2D-A3B6-49A6-AAA6-7057FA73C3CE}" presName="vert1" presStyleCnt="0"/>
      <dgm:spPr/>
    </dgm:pt>
    <dgm:pt modelId="{23C1A88C-1E7F-4239-BF5F-173ABC7ADC32}" type="pres">
      <dgm:prSet presAssocID="{9CE51FCF-37C5-4A09-B26B-B1A4CC4304E2}" presName="thickLine" presStyleLbl="alignNode1" presStyleIdx="2" presStyleCnt="9"/>
      <dgm:spPr/>
    </dgm:pt>
    <dgm:pt modelId="{3DA36C87-F7AC-4020-81B5-8E110B54A751}" type="pres">
      <dgm:prSet presAssocID="{9CE51FCF-37C5-4A09-B26B-B1A4CC4304E2}" presName="horz1" presStyleCnt="0"/>
      <dgm:spPr/>
    </dgm:pt>
    <dgm:pt modelId="{706D3D15-7A79-4D92-8243-465BD6220BAC}" type="pres">
      <dgm:prSet presAssocID="{9CE51FCF-37C5-4A09-B26B-B1A4CC4304E2}" presName="tx1" presStyleLbl="revTx" presStyleIdx="2" presStyleCnt="9"/>
      <dgm:spPr/>
    </dgm:pt>
    <dgm:pt modelId="{B8A51FC1-7D95-4A79-88C5-0F2534D691FF}" type="pres">
      <dgm:prSet presAssocID="{9CE51FCF-37C5-4A09-B26B-B1A4CC4304E2}" presName="vert1" presStyleCnt="0"/>
      <dgm:spPr/>
    </dgm:pt>
    <dgm:pt modelId="{855AE1BC-A68E-407C-992A-EDF55E176C90}" type="pres">
      <dgm:prSet presAssocID="{0C8019FF-7468-41B6-B0E7-57834F1A0CB5}" presName="thickLine" presStyleLbl="alignNode1" presStyleIdx="3" presStyleCnt="9"/>
      <dgm:spPr/>
    </dgm:pt>
    <dgm:pt modelId="{D96A3FAE-26CF-495B-A99B-7F2BA83FCBBD}" type="pres">
      <dgm:prSet presAssocID="{0C8019FF-7468-41B6-B0E7-57834F1A0CB5}" presName="horz1" presStyleCnt="0"/>
      <dgm:spPr/>
    </dgm:pt>
    <dgm:pt modelId="{FB0263DD-12C5-4FC3-920C-F9512DD2339C}" type="pres">
      <dgm:prSet presAssocID="{0C8019FF-7468-41B6-B0E7-57834F1A0CB5}" presName="tx1" presStyleLbl="revTx" presStyleIdx="3" presStyleCnt="9"/>
      <dgm:spPr/>
    </dgm:pt>
    <dgm:pt modelId="{63B9C1E6-0BD0-4043-BB3F-064F5F43A2DB}" type="pres">
      <dgm:prSet presAssocID="{0C8019FF-7468-41B6-B0E7-57834F1A0CB5}" presName="vert1" presStyleCnt="0"/>
      <dgm:spPr/>
    </dgm:pt>
    <dgm:pt modelId="{C51ADDA3-F6E2-43FF-99D6-8980F8F05F31}" type="pres">
      <dgm:prSet presAssocID="{9D730BBC-8DD6-4434-8E16-7D4BB4AA6D85}" presName="thickLine" presStyleLbl="alignNode1" presStyleIdx="4" presStyleCnt="9"/>
      <dgm:spPr/>
    </dgm:pt>
    <dgm:pt modelId="{2A322E60-77CC-4238-99AE-EC81B4904B05}" type="pres">
      <dgm:prSet presAssocID="{9D730BBC-8DD6-4434-8E16-7D4BB4AA6D85}" presName="horz1" presStyleCnt="0"/>
      <dgm:spPr/>
    </dgm:pt>
    <dgm:pt modelId="{DD2A1FB3-F7E5-46D2-881A-52B24C6A349E}" type="pres">
      <dgm:prSet presAssocID="{9D730BBC-8DD6-4434-8E16-7D4BB4AA6D85}" presName="tx1" presStyleLbl="revTx" presStyleIdx="4" presStyleCnt="9"/>
      <dgm:spPr/>
    </dgm:pt>
    <dgm:pt modelId="{D935BB3D-3594-4A18-AA95-E61CD77F89B2}" type="pres">
      <dgm:prSet presAssocID="{9D730BBC-8DD6-4434-8E16-7D4BB4AA6D85}" presName="vert1" presStyleCnt="0"/>
      <dgm:spPr/>
    </dgm:pt>
    <dgm:pt modelId="{535A4BED-192F-4969-A27C-E4C6521F606C}" type="pres">
      <dgm:prSet presAssocID="{D4BCE969-52F6-48E3-B691-E361CE9F3B27}" presName="thickLine" presStyleLbl="alignNode1" presStyleIdx="5" presStyleCnt="9"/>
      <dgm:spPr/>
    </dgm:pt>
    <dgm:pt modelId="{9EC7BE6E-CE16-43D8-865E-515DBFFBAC9A}" type="pres">
      <dgm:prSet presAssocID="{D4BCE969-52F6-48E3-B691-E361CE9F3B27}" presName="horz1" presStyleCnt="0"/>
      <dgm:spPr/>
    </dgm:pt>
    <dgm:pt modelId="{5E79B2B5-2A7F-4C89-B6D5-0F949AE4E0DE}" type="pres">
      <dgm:prSet presAssocID="{D4BCE969-52F6-48E3-B691-E361CE9F3B27}" presName="tx1" presStyleLbl="revTx" presStyleIdx="5" presStyleCnt="9"/>
      <dgm:spPr/>
    </dgm:pt>
    <dgm:pt modelId="{2C31D236-0B9F-49DD-9384-0ACF0FC988C5}" type="pres">
      <dgm:prSet presAssocID="{D4BCE969-52F6-48E3-B691-E361CE9F3B27}" presName="vert1" presStyleCnt="0"/>
      <dgm:spPr/>
    </dgm:pt>
    <dgm:pt modelId="{D316339C-5B2F-4BFC-BAAC-8977D93465C4}" type="pres">
      <dgm:prSet presAssocID="{411BB6AD-24CB-4B6B-AACA-D75A33C88689}" presName="thickLine" presStyleLbl="alignNode1" presStyleIdx="6" presStyleCnt="9"/>
      <dgm:spPr/>
    </dgm:pt>
    <dgm:pt modelId="{1171CB0B-59CA-4405-BC28-EC6A4E72627D}" type="pres">
      <dgm:prSet presAssocID="{411BB6AD-24CB-4B6B-AACA-D75A33C88689}" presName="horz1" presStyleCnt="0"/>
      <dgm:spPr/>
    </dgm:pt>
    <dgm:pt modelId="{93F281AB-CC59-4BB2-BE0E-206CF7EFE6A6}" type="pres">
      <dgm:prSet presAssocID="{411BB6AD-24CB-4B6B-AACA-D75A33C88689}" presName="tx1" presStyleLbl="revTx" presStyleIdx="6" presStyleCnt="9"/>
      <dgm:spPr/>
    </dgm:pt>
    <dgm:pt modelId="{2EBF3D94-3590-4B76-9B4D-D835D402006B}" type="pres">
      <dgm:prSet presAssocID="{411BB6AD-24CB-4B6B-AACA-D75A33C88689}" presName="vert1" presStyleCnt="0"/>
      <dgm:spPr/>
    </dgm:pt>
    <dgm:pt modelId="{1FF3DE58-340A-4FA1-BE68-805EE60F467C}" type="pres">
      <dgm:prSet presAssocID="{4BA96404-DD67-46F7-9CDC-734B1F499F1F}" presName="thickLine" presStyleLbl="alignNode1" presStyleIdx="7" presStyleCnt="9"/>
      <dgm:spPr/>
    </dgm:pt>
    <dgm:pt modelId="{E294DA90-21B1-42EA-AB1A-5F7227752716}" type="pres">
      <dgm:prSet presAssocID="{4BA96404-DD67-46F7-9CDC-734B1F499F1F}" presName="horz1" presStyleCnt="0"/>
      <dgm:spPr/>
    </dgm:pt>
    <dgm:pt modelId="{D520ADD7-6319-4557-8089-4B160E2014E3}" type="pres">
      <dgm:prSet presAssocID="{4BA96404-DD67-46F7-9CDC-734B1F499F1F}" presName="tx1" presStyleLbl="revTx" presStyleIdx="7" presStyleCnt="9"/>
      <dgm:spPr/>
    </dgm:pt>
    <dgm:pt modelId="{B5C835D7-47F0-459F-BE17-74F9C6C689F6}" type="pres">
      <dgm:prSet presAssocID="{4BA96404-DD67-46F7-9CDC-734B1F499F1F}" presName="vert1" presStyleCnt="0"/>
      <dgm:spPr/>
    </dgm:pt>
    <dgm:pt modelId="{77D2074F-FC61-43CE-BAC5-843BF1AD8FE5}" type="pres">
      <dgm:prSet presAssocID="{AB1E8DC3-AE62-4473-BF57-895DAE36DF3C}" presName="thickLine" presStyleLbl="alignNode1" presStyleIdx="8" presStyleCnt="9"/>
      <dgm:spPr/>
    </dgm:pt>
    <dgm:pt modelId="{084BAEB3-8A0B-4551-B2E3-FE362A096CC0}" type="pres">
      <dgm:prSet presAssocID="{AB1E8DC3-AE62-4473-BF57-895DAE36DF3C}" presName="horz1" presStyleCnt="0"/>
      <dgm:spPr/>
    </dgm:pt>
    <dgm:pt modelId="{B240823F-1665-4E1A-BB2A-27655BB3AE81}" type="pres">
      <dgm:prSet presAssocID="{AB1E8DC3-AE62-4473-BF57-895DAE36DF3C}" presName="tx1" presStyleLbl="revTx" presStyleIdx="8" presStyleCnt="9"/>
      <dgm:spPr/>
    </dgm:pt>
    <dgm:pt modelId="{241A54CA-7091-41C1-A1C1-CE4CC578F246}" type="pres">
      <dgm:prSet presAssocID="{AB1E8DC3-AE62-4473-BF57-895DAE36DF3C}" presName="vert1" presStyleCnt="0"/>
      <dgm:spPr/>
    </dgm:pt>
  </dgm:ptLst>
  <dgm:cxnLst>
    <dgm:cxn modelId="{81B39411-BE71-4EB0-A0D3-C7710E023878}" srcId="{43895A6F-0DBC-4D31-A11D-D7C5A9759819}" destId="{7B45FD2D-A3B6-49A6-AAA6-7057FA73C3CE}" srcOrd="1" destOrd="0" parTransId="{19BB0CBD-605B-4069-AF8B-6C5998B1CD94}" sibTransId="{3A60FB83-0BA0-4DA2-B860-444ECEAEFB2D}"/>
    <dgm:cxn modelId="{75015B14-D76E-442B-A4F8-EDBFF9450954}" srcId="{43895A6F-0DBC-4D31-A11D-D7C5A9759819}" destId="{411BB6AD-24CB-4B6B-AACA-D75A33C88689}" srcOrd="6" destOrd="0" parTransId="{F8025942-646F-4ADB-991F-2A4E096B9B69}" sibTransId="{08912CE7-CC44-41A0-8DA0-8BC5FBB084D9}"/>
    <dgm:cxn modelId="{46BD6515-1F9E-4D3D-9FC5-D5447A4DFA50}" srcId="{43895A6F-0DBC-4D31-A11D-D7C5A9759819}" destId="{AB1E8DC3-AE62-4473-BF57-895DAE36DF3C}" srcOrd="8" destOrd="0" parTransId="{5A8E6F2E-B6F3-421C-B2E0-F45EE1C9C989}" sibTransId="{5F5FFC71-CEC6-4E06-8046-2A0B682909F1}"/>
    <dgm:cxn modelId="{04B41B1D-8647-4E8D-9A10-659ED0F19A9E}" type="presOf" srcId="{AB1E8DC3-AE62-4473-BF57-895DAE36DF3C}" destId="{B240823F-1665-4E1A-BB2A-27655BB3AE81}" srcOrd="0" destOrd="0" presId="urn:microsoft.com/office/officeart/2008/layout/LinedList"/>
    <dgm:cxn modelId="{BC761222-26A9-4133-9EDC-6E1A517A18B4}" type="presOf" srcId="{9D730BBC-8DD6-4434-8E16-7D4BB4AA6D85}" destId="{DD2A1FB3-F7E5-46D2-881A-52B24C6A349E}" srcOrd="0" destOrd="0" presId="urn:microsoft.com/office/officeart/2008/layout/LinedList"/>
    <dgm:cxn modelId="{3BD06D30-3650-4362-B90A-BFD391A34920}" srcId="{43895A6F-0DBC-4D31-A11D-D7C5A9759819}" destId="{D4BCE969-52F6-48E3-B691-E361CE9F3B27}" srcOrd="5" destOrd="0" parTransId="{7FE4DDD4-6E25-4B50-8A1F-F75637352D20}" sibTransId="{25707150-5BB4-47C4-9A6B-396885373EA9}"/>
    <dgm:cxn modelId="{44132935-B8BE-459C-B5E8-DCAC9DD4BEE1}" type="presOf" srcId="{D4BCE969-52F6-48E3-B691-E361CE9F3B27}" destId="{5E79B2B5-2A7F-4C89-B6D5-0F949AE4E0DE}" srcOrd="0" destOrd="0" presId="urn:microsoft.com/office/officeart/2008/layout/LinedList"/>
    <dgm:cxn modelId="{9D07663F-7CB5-4774-8F06-7421C3262EED}" srcId="{43895A6F-0DBC-4D31-A11D-D7C5A9759819}" destId="{9D730BBC-8DD6-4434-8E16-7D4BB4AA6D85}" srcOrd="4" destOrd="0" parTransId="{FE534D59-DA53-4CED-8949-CD0617DB30F5}" sibTransId="{BED1E1C7-9BA8-422A-948E-CDFA8F85E1A7}"/>
    <dgm:cxn modelId="{8946135C-0D80-4D82-A555-8ED2DF3B99ED}" type="presOf" srcId="{43895A6F-0DBC-4D31-A11D-D7C5A9759819}" destId="{76D6BA50-01DA-41AA-A475-5D610CF20D98}" srcOrd="0" destOrd="0" presId="urn:microsoft.com/office/officeart/2008/layout/LinedList"/>
    <dgm:cxn modelId="{9FC8AE42-8BC7-48BB-8D36-8B6095B98C97}" type="presOf" srcId="{411BB6AD-24CB-4B6B-AACA-D75A33C88689}" destId="{93F281AB-CC59-4BB2-BE0E-206CF7EFE6A6}" srcOrd="0" destOrd="0" presId="urn:microsoft.com/office/officeart/2008/layout/LinedList"/>
    <dgm:cxn modelId="{7F549868-2C52-45F5-B5F5-F0A86995F031}" srcId="{43895A6F-0DBC-4D31-A11D-D7C5A9759819}" destId="{0C8019FF-7468-41B6-B0E7-57834F1A0CB5}" srcOrd="3" destOrd="0" parTransId="{0270367B-7ED2-4666-A4F0-867F83BECEF1}" sibTransId="{D3487CD9-F00A-47AB-9FF4-8454F30B05E2}"/>
    <dgm:cxn modelId="{37897A7A-4B4A-4271-B0E7-C5F72C200B14}" type="presOf" srcId="{0C8019FF-7468-41B6-B0E7-57834F1A0CB5}" destId="{FB0263DD-12C5-4FC3-920C-F9512DD2339C}" srcOrd="0" destOrd="0" presId="urn:microsoft.com/office/officeart/2008/layout/LinedList"/>
    <dgm:cxn modelId="{435FDC7A-ADC4-4B7F-876D-98B2C4898907}" srcId="{43895A6F-0DBC-4D31-A11D-D7C5A9759819}" destId="{9CE51FCF-37C5-4A09-B26B-B1A4CC4304E2}" srcOrd="2" destOrd="0" parTransId="{2F3BBC08-C3A6-4B73-A7C2-4247F9197AE3}" sibTransId="{38CAB61C-745D-483F-A8A0-621CCE560F22}"/>
    <dgm:cxn modelId="{C9EA7782-EF52-432E-B4DE-F93FB5084FFD}" srcId="{43895A6F-0DBC-4D31-A11D-D7C5A9759819}" destId="{4BA96404-DD67-46F7-9CDC-734B1F499F1F}" srcOrd="7" destOrd="0" parTransId="{812067C0-E219-45EB-804D-ED1E12780AA4}" sibTransId="{921A7465-271C-42C4-8B35-CD1443C01475}"/>
    <dgm:cxn modelId="{39E2178A-1501-4982-B9DE-321E970FDEDC}" type="presOf" srcId="{9CE51FCF-37C5-4A09-B26B-B1A4CC4304E2}" destId="{706D3D15-7A79-4D92-8243-465BD6220BAC}" srcOrd="0" destOrd="0" presId="urn:microsoft.com/office/officeart/2008/layout/LinedList"/>
    <dgm:cxn modelId="{A7FAD48D-9A0E-4A3B-A75B-EE93A7B5B97B}" type="presOf" srcId="{7B45FD2D-A3B6-49A6-AAA6-7057FA73C3CE}" destId="{F0C8F87C-74EE-4D03-8B00-6ACD25CCA5E9}" srcOrd="0" destOrd="0" presId="urn:microsoft.com/office/officeart/2008/layout/LinedList"/>
    <dgm:cxn modelId="{674724A2-9D69-4807-AAB6-410312D88A04}" type="presOf" srcId="{BDC0080D-CB0E-45FE-B305-01DC0FE6E82F}" destId="{BD548DE1-20F4-4E71-BAE4-02C65675074E}" srcOrd="0" destOrd="0" presId="urn:microsoft.com/office/officeart/2008/layout/LinedList"/>
    <dgm:cxn modelId="{592EBDA8-0397-49B9-85A2-3815037050EB}" srcId="{43895A6F-0DBC-4D31-A11D-D7C5A9759819}" destId="{BDC0080D-CB0E-45FE-B305-01DC0FE6E82F}" srcOrd="0" destOrd="0" parTransId="{05FD82DE-FBD4-450B-A655-99681E3AEF4A}" sibTransId="{E54CD76B-0DB9-4028-A93C-547F309F6115}"/>
    <dgm:cxn modelId="{026322FA-0CDD-4758-B66D-83B5E223FE9B}" type="presOf" srcId="{4BA96404-DD67-46F7-9CDC-734B1F499F1F}" destId="{D520ADD7-6319-4557-8089-4B160E2014E3}" srcOrd="0" destOrd="0" presId="urn:microsoft.com/office/officeart/2008/layout/LinedList"/>
    <dgm:cxn modelId="{4F4B642E-74A0-49C7-BFC3-FD6D46DF2BAA}" type="presParOf" srcId="{76D6BA50-01DA-41AA-A475-5D610CF20D98}" destId="{429ADCB3-188E-4CD9-A99E-F53513E9FDCF}" srcOrd="0" destOrd="0" presId="urn:microsoft.com/office/officeart/2008/layout/LinedList"/>
    <dgm:cxn modelId="{13A12583-E762-4076-B223-AEE7381AEBF4}" type="presParOf" srcId="{76D6BA50-01DA-41AA-A475-5D610CF20D98}" destId="{BFE225F4-14CB-4C31-8DF7-A604AF031EBF}" srcOrd="1" destOrd="0" presId="urn:microsoft.com/office/officeart/2008/layout/LinedList"/>
    <dgm:cxn modelId="{B0A04767-7966-4453-A6FC-991D497F745B}" type="presParOf" srcId="{BFE225F4-14CB-4C31-8DF7-A604AF031EBF}" destId="{BD548DE1-20F4-4E71-BAE4-02C65675074E}" srcOrd="0" destOrd="0" presId="urn:microsoft.com/office/officeart/2008/layout/LinedList"/>
    <dgm:cxn modelId="{5E4AD10E-237B-48ED-BC00-F567CC44B4B6}" type="presParOf" srcId="{BFE225F4-14CB-4C31-8DF7-A604AF031EBF}" destId="{75620536-69DD-43E0-BDDA-23AA9F9338AA}" srcOrd="1" destOrd="0" presId="urn:microsoft.com/office/officeart/2008/layout/LinedList"/>
    <dgm:cxn modelId="{364089D3-62B1-468C-8CFC-7B6A20AA4D8E}" type="presParOf" srcId="{76D6BA50-01DA-41AA-A475-5D610CF20D98}" destId="{8909267A-3EB5-4698-9FB8-57674D8208CE}" srcOrd="2" destOrd="0" presId="urn:microsoft.com/office/officeart/2008/layout/LinedList"/>
    <dgm:cxn modelId="{8B05EE69-356C-4D19-88F7-5E88EFD3A390}" type="presParOf" srcId="{76D6BA50-01DA-41AA-A475-5D610CF20D98}" destId="{0224A9E7-5A5C-4455-AB27-D70F7F66C3A5}" srcOrd="3" destOrd="0" presId="urn:microsoft.com/office/officeart/2008/layout/LinedList"/>
    <dgm:cxn modelId="{F2B18236-0788-4CEE-B171-44F073F3F701}" type="presParOf" srcId="{0224A9E7-5A5C-4455-AB27-D70F7F66C3A5}" destId="{F0C8F87C-74EE-4D03-8B00-6ACD25CCA5E9}" srcOrd="0" destOrd="0" presId="urn:microsoft.com/office/officeart/2008/layout/LinedList"/>
    <dgm:cxn modelId="{BE36E3FC-D67D-4244-BBFB-BB3D87704B32}" type="presParOf" srcId="{0224A9E7-5A5C-4455-AB27-D70F7F66C3A5}" destId="{EAA73930-461F-49E4-9C4F-DB049706102C}" srcOrd="1" destOrd="0" presId="urn:microsoft.com/office/officeart/2008/layout/LinedList"/>
    <dgm:cxn modelId="{0F549D92-7C9C-43C7-997A-4BA8B4A842FE}" type="presParOf" srcId="{76D6BA50-01DA-41AA-A475-5D610CF20D98}" destId="{23C1A88C-1E7F-4239-BF5F-173ABC7ADC32}" srcOrd="4" destOrd="0" presId="urn:microsoft.com/office/officeart/2008/layout/LinedList"/>
    <dgm:cxn modelId="{6EBD391A-2C0D-4DC7-9FE3-D0087E3B2B5F}" type="presParOf" srcId="{76D6BA50-01DA-41AA-A475-5D610CF20D98}" destId="{3DA36C87-F7AC-4020-81B5-8E110B54A751}" srcOrd="5" destOrd="0" presId="urn:microsoft.com/office/officeart/2008/layout/LinedList"/>
    <dgm:cxn modelId="{7EDD05BC-150B-4F0C-990D-DE6293B70162}" type="presParOf" srcId="{3DA36C87-F7AC-4020-81B5-8E110B54A751}" destId="{706D3D15-7A79-4D92-8243-465BD6220BAC}" srcOrd="0" destOrd="0" presId="urn:microsoft.com/office/officeart/2008/layout/LinedList"/>
    <dgm:cxn modelId="{D87CC365-D67D-458D-86A5-5AC72694AF6E}" type="presParOf" srcId="{3DA36C87-F7AC-4020-81B5-8E110B54A751}" destId="{B8A51FC1-7D95-4A79-88C5-0F2534D691FF}" srcOrd="1" destOrd="0" presId="urn:microsoft.com/office/officeart/2008/layout/LinedList"/>
    <dgm:cxn modelId="{FE38663F-97B5-44BA-B000-A76DACBE8F3B}" type="presParOf" srcId="{76D6BA50-01DA-41AA-A475-5D610CF20D98}" destId="{855AE1BC-A68E-407C-992A-EDF55E176C90}" srcOrd="6" destOrd="0" presId="urn:microsoft.com/office/officeart/2008/layout/LinedList"/>
    <dgm:cxn modelId="{DE4A0F97-A43E-42CE-8D9C-C3E38D7C0BFF}" type="presParOf" srcId="{76D6BA50-01DA-41AA-A475-5D610CF20D98}" destId="{D96A3FAE-26CF-495B-A99B-7F2BA83FCBBD}" srcOrd="7" destOrd="0" presId="urn:microsoft.com/office/officeart/2008/layout/LinedList"/>
    <dgm:cxn modelId="{F61C6DB7-E9A5-4FAB-8662-07B94251ADD6}" type="presParOf" srcId="{D96A3FAE-26CF-495B-A99B-7F2BA83FCBBD}" destId="{FB0263DD-12C5-4FC3-920C-F9512DD2339C}" srcOrd="0" destOrd="0" presId="urn:microsoft.com/office/officeart/2008/layout/LinedList"/>
    <dgm:cxn modelId="{16D95BD1-2D53-4987-802B-7302375F45A0}" type="presParOf" srcId="{D96A3FAE-26CF-495B-A99B-7F2BA83FCBBD}" destId="{63B9C1E6-0BD0-4043-BB3F-064F5F43A2DB}" srcOrd="1" destOrd="0" presId="urn:microsoft.com/office/officeart/2008/layout/LinedList"/>
    <dgm:cxn modelId="{AE9AE6B1-BF08-4971-B4CF-F1ABA8B4FC6B}" type="presParOf" srcId="{76D6BA50-01DA-41AA-A475-5D610CF20D98}" destId="{C51ADDA3-F6E2-43FF-99D6-8980F8F05F31}" srcOrd="8" destOrd="0" presId="urn:microsoft.com/office/officeart/2008/layout/LinedList"/>
    <dgm:cxn modelId="{F708DE27-1B30-4F52-AD3E-2F64010DA95C}" type="presParOf" srcId="{76D6BA50-01DA-41AA-A475-5D610CF20D98}" destId="{2A322E60-77CC-4238-99AE-EC81B4904B05}" srcOrd="9" destOrd="0" presId="urn:microsoft.com/office/officeart/2008/layout/LinedList"/>
    <dgm:cxn modelId="{260F3E27-368B-4B5A-8331-288D9EE93B80}" type="presParOf" srcId="{2A322E60-77CC-4238-99AE-EC81B4904B05}" destId="{DD2A1FB3-F7E5-46D2-881A-52B24C6A349E}" srcOrd="0" destOrd="0" presId="urn:microsoft.com/office/officeart/2008/layout/LinedList"/>
    <dgm:cxn modelId="{D02F3B52-7D1C-45BF-AA00-52CB48C0C969}" type="presParOf" srcId="{2A322E60-77CC-4238-99AE-EC81B4904B05}" destId="{D935BB3D-3594-4A18-AA95-E61CD77F89B2}" srcOrd="1" destOrd="0" presId="urn:microsoft.com/office/officeart/2008/layout/LinedList"/>
    <dgm:cxn modelId="{AC5ECB7D-DA30-4631-852D-3021F48E63B7}" type="presParOf" srcId="{76D6BA50-01DA-41AA-A475-5D610CF20D98}" destId="{535A4BED-192F-4969-A27C-E4C6521F606C}" srcOrd="10" destOrd="0" presId="urn:microsoft.com/office/officeart/2008/layout/LinedList"/>
    <dgm:cxn modelId="{33983F78-70F7-4092-B23D-BBAF9FCF1020}" type="presParOf" srcId="{76D6BA50-01DA-41AA-A475-5D610CF20D98}" destId="{9EC7BE6E-CE16-43D8-865E-515DBFFBAC9A}" srcOrd="11" destOrd="0" presId="urn:microsoft.com/office/officeart/2008/layout/LinedList"/>
    <dgm:cxn modelId="{26335B62-B6A3-4941-9B62-4A7825A78AC1}" type="presParOf" srcId="{9EC7BE6E-CE16-43D8-865E-515DBFFBAC9A}" destId="{5E79B2B5-2A7F-4C89-B6D5-0F949AE4E0DE}" srcOrd="0" destOrd="0" presId="urn:microsoft.com/office/officeart/2008/layout/LinedList"/>
    <dgm:cxn modelId="{C296A238-661F-43F4-9A49-617ED800C707}" type="presParOf" srcId="{9EC7BE6E-CE16-43D8-865E-515DBFFBAC9A}" destId="{2C31D236-0B9F-49DD-9384-0ACF0FC988C5}" srcOrd="1" destOrd="0" presId="urn:microsoft.com/office/officeart/2008/layout/LinedList"/>
    <dgm:cxn modelId="{19059E33-2AC9-4803-A159-C3CEF5A65F77}" type="presParOf" srcId="{76D6BA50-01DA-41AA-A475-5D610CF20D98}" destId="{D316339C-5B2F-4BFC-BAAC-8977D93465C4}" srcOrd="12" destOrd="0" presId="urn:microsoft.com/office/officeart/2008/layout/LinedList"/>
    <dgm:cxn modelId="{C01B2317-1402-4666-ADE2-19584F25E6A1}" type="presParOf" srcId="{76D6BA50-01DA-41AA-A475-5D610CF20D98}" destId="{1171CB0B-59CA-4405-BC28-EC6A4E72627D}" srcOrd="13" destOrd="0" presId="urn:microsoft.com/office/officeart/2008/layout/LinedList"/>
    <dgm:cxn modelId="{3CA0FDDD-7360-4670-9F6E-390AC679A826}" type="presParOf" srcId="{1171CB0B-59CA-4405-BC28-EC6A4E72627D}" destId="{93F281AB-CC59-4BB2-BE0E-206CF7EFE6A6}" srcOrd="0" destOrd="0" presId="urn:microsoft.com/office/officeart/2008/layout/LinedList"/>
    <dgm:cxn modelId="{709863AB-6910-440F-874B-BFDAC2A1E3BF}" type="presParOf" srcId="{1171CB0B-59CA-4405-BC28-EC6A4E72627D}" destId="{2EBF3D94-3590-4B76-9B4D-D835D402006B}" srcOrd="1" destOrd="0" presId="urn:microsoft.com/office/officeart/2008/layout/LinedList"/>
    <dgm:cxn modelId="{7EDA582F-24C3-4803-8C22-688FF0DAC644}" type="presParOf" srcId="{76D6BA50-01DA-41AA-A475-5D610CF20D98}" destId="{1FF3DE58-340A-4FA1-BE68-805EE60F467C}" srcOrd="14" destOrd="0" presId="urn:microsoft.com/office/officeart/2008/layout/LinedList"/>
    <dgm:cxn modelId="{4BA1EE6C-1B75-4DBA-804B-3984D1EEE1E1}" type="presParOf" srcId="{76D6BA50-01DA-41AA-A475-5D610CF20D98}" destId="{E294DA90-21B1-42EA-AB1A-5F7227752716}" srcOrd="15" destOrd="0" presId="urn:microsoft.com/office/officeart/2008/layout/LinedList"/>
    <dgm:cxn modelId="{0C48A484-04EE-4CF6-BA01-420E84C38FDC}" type="presParOf" srcId="{E294DA90-21B1-42EA-AB1A-5F7227752716}" destId="{D520ADD7-6319-4557-8089-4B160E2014E3}" srcOrd="0" destOrd="0" presId="urn:microsoft.com/office/officeart/2008/layout/LinedList"/>
    <dgm:cxn modelId="{A0371F0F-AEF4-4C01-874C-3F6D06303629}" type="presParOf" srcId="{E294DA90-21B1-42EA-AB1A-5F7227752716}" destId="{B5C835D7-47F0-459F-BE17-74F9C6C689F6}" srcOrd="1" destOrd="0" presId="urn:microsoft.com/office/officeart/2008/layout/LinedList"/>
    <dgm:cxn modelId="{B770FD5A-4B1C-42DA-9A96-7A99C58EEC32}" type="presParOf" srcId="{76D6BA50-01DA-41AA-A475-5D610CF20D98}" destId="{77D2074F-FC61-43CE-BAC5-843BF1AD8FE5}" srcOrd="16" destOrd="0" presId="urn:microsoft.com/office/officeart/2008/layout/LinedList"/>
    <dgm:cxn modelId="{C7ED6024-382C-41E7-A995-111A2403460C}" type="presParOf" srcId="{76D6BA50-01DA-41AA-A475-5D610CF20D98}" destId="{084BAEB3-8A0B-4551-B2E3-FE362A096CC0}" srcOrd="17" destOrd="0" presId="urn:microsoft.com/office/officeart/2008/layout/LinedList"/>
    <dgm:cxn modelId="{7A0226D2-4E91-4C50-9C70-2F62790D1701}" type="presParOf" srcId="{084BAEB3-8A0B-4551-B2E3-FE362A096CC0}" destId="{B240823F-1665-4E1A-BB2A-27655BB3AE81}" srcOrd="0" destOrd="0" presId="urn:microsoft.com/office/officeart/2008/layout/LinedList"/>
    <dgm:cxn modelId="{FFAE1CC0-A50A-44CB-9EDF-9DA4DD1ED972}" type="presParOf" srcId="{084BAEB3-8A0B-4551-B2E3-FE362A096CC0}" destId="{241A54CA-7091-41C1-A1C1-CE4CC578F24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B977F76-4739-4968-AC7E-C7B470A99B67}"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8D307802-1BD8-4F17-B454-DB50D20FCEC1}">
      <dgm:prSet custT="1"/>
      <dgm:spPr/>
      <dgm:t>
        <a:bodyPr/>
        <a:lstStyle/>
        <a:p>
          <a:r>
            <a:rPr lang="en-GB" sz="1600" b="1"/>
            <a:t>Based on NutriFit’s data-driven strategies, we predict:</a:t>
          </a:r>
          <a:endParaRPr lang="en-US" sz="1600" dirty="0"/>
        </a:p>
      </dgm:t>
    </dgm:pt>
    <dgm:pt modelId="{3F218984-7945-46E9-9259-CAF6B1843BCD}" type="parTrans" cxnId="{0BDBF10F-D4AE-42C5-A3EA-44950D55FB75}">
      <dgm:prSet/>
      <dgm:spPr/>
      <dgm:t>
        <a:bodyPr/>
        <a:lstStyle/>
        <a:p>
          <a:endParaRPr lang="en-US"/>
        </a:p>
      </dgm:t>
    </dgm:pt>
    <dgm:pt modelId="{06C3812A-BABA-4A97-8CA9-8636F9094E88}" type="sibTrans" cxnId="{0BDBF10F-D4AE-42C5-A3EA-44950D55FB75}">
      <dgm:prSet/>
      <dgm:spPr/>
      <dgm:t>
        <a:bodyPr/>
        <a:lstStyle/>
        <a:p>
          <a:endParaRPr lang="en-US"/>
        </a:p>
      </dgm:t>
    </dgm:pt>
    <dgm:pt modelId="{BB84F565-5E22-4C93-B4F5-474D80CBD25B}">
      <dgm:prSet custT="1"/>
      <dgm:spPr/>
      <dgm:t>
        <a:bodyPr/>
        <a:lstStyle/>
        <a:p>
          <a:r>
            <a:rPr lang="en-US" sz="1600" b="1" i="0" dirty="0"/>
            <a:t>Wider Customer Base: </a:t>
          </a:r>
          <a:r>
            <a:rPr lang="en-US" sz="1600" b="0" i="0" dirty="0"/>
            <a:t>It is believed that targeted marketing and tailor-made meal plans will let customer acquisition increase by 20% in the next quarter.</a:t>
          </a:r>
          <a:endParaRPr lang="en-US" sz="1600" dirty="0"/>
        </a:p>
      </dgm:t>
    </dgm:pt>
    <dgm:pt modelId="{829476B8-9922-40F3-A902-74263D3D7CC9}" type="sibTrans" cxnId="{3B599135-556D-4C32-8DCD-8D1D150D1E32}">
      <dgm:prSet/>
      <dgm:spPr/>
      <dgm:t>
        <a:bodyPr/>
        <a:lstStyle/>
        <a:p>
          <a:endParaRPr lang="en-US"/>
        </a:p>
      </dgm:t>
    </dgm:pt>
    <dgm:pt modelId="{90C96A5A-BE41-4948-A319-5CFACACC2709}" type="parTrans" cxnId="{3B599135-556D-4C32-8DCD-8D1D150D1E32}">
      <dgm:prSet/>
      <dgm:spPr/>
      <dgm:t>
        <a:bodyPr/>
        <a:lstStyle/>
        <a:p>
          <a:endParaRPr lang="en-US"/>
        </a:p>
      </dgm:t>
    </dgm:pt>
    <dgm:pt modelId="{D86FCEF4-91FE-4C44-8F15-629F99F50168}">
      <dgm:prSet custT="1"/>
      <dgm:spPr/>
      <dgm:t>
        <a:bodyPr/>
        <a:lstStyle/>
        <a:p>
          <a:r>
            <a:rPr lang="en-US" sz="1600" b="1" i="0" dirty="0"/>
            <a:t>Higher Average Order Value: </a:t>
          </a:r>
          <a:r>
            <a:rPr lang="en-US" sz="1600" b="0" i="0" dirty="0"/>
            <a:t>The AOV can increase by 15% within six months with the introduction of premium add-ons and subscriptions.</a:t>
          </a:r>
          <a:endParaRPr lang="en-US" sz="1600" dirty="0"/>
        </a:p>
      </dgm:t>
    </dgm:pt>
    <dgm:pt modelId="{40B92A2D-38F9-4752-AFC9-463C875FAA73}" type="sibTrans" cxnId="{F72B2DBD-6C27-4833-B089-B76F90AA3247}">
      <dgm:prSet/>
      <dgm:spPr/>
      <dgm:t>
        <a:bodyPr/>
        <a:lstStyle/>
        <a:p>
          <a:endParaRPr lang="en-US"/>
        </a:p>
      </dgm:t>
    </dgm:pt>
    <dgm:pt modelId="{1E8A39A2-707C-4DFE-B027-ACA7F8E82A26}" type="parTrans" cxnId="{F72B2DBD-6C27-4833-B089-B76F90AA3247}">
      <dgm:prSet/>
      <dgm:spPr/>
      <dgm:t>
        <a:bodyPr/>
        <a:lstStyle/>
        <a:p>
          <a:endParaRPr lang="en-US"/>
        </a:p>
      </dgm:t>
    </dgm:pt>
    <dgm:pt modelId="{E4887F47-1EC1-48BF-9C6B-A00CDD25EA04}">
      <dgm:prSet custT="1"/>
      <dgm:spPr/>
      <dgm:t>
        <a:bodyPr/>
        <a:lstStyle/>
        <a:p>
          <a:r>
            <a:rPr lang="en-US" sz="1600" b="1" i="0" dirty="0"/>
            <a:t>Reduced Operational Costs: </a:t>
          </a:r>
          <a:r>
            <a:rPr lang="en-US" sz="1600" b="0" i="0" dirty="0"/>
            <a:t>Improved inventory management and strategic ingredient sourcing are expected to cut supply costs by 10%, thus increasing profit margins</a:t>
          </a:r>
          <a:endParaRPr lang="en-US" sz="1600" dirty="0"/>
        </a:p>
      </dgm:t>
    </dgm:pt>
    <dgm:pt modelId="{5EDFA408-E010-4C3B-A652-90C50F5E33B9}" type="sibTrans" cxnId="{E8F4D3CB-D595-497D-91C8-02DB9732F6F9}">
      <dgm:prSet/>
      <dgm:spPr/>
      <dgm:t>
        <a:bodyPr/>
        <a:lstStyle/>
        <a:p>
          <a:endParaRPr lang="en-US"/>
        </a:p>
      </dgm:t>
    </dgm:pt>
    <dgm:pt modelId="{3D127EF7-464B-4B7B-82E1-030993CFF9D5}" type="parTrans" cxnId="{E8F4D3CB-D595-497D-91C8-02DB9732F6F9}">
      <dgm:prSet/>
      <dgm:spPr/>
      <dgm:t>
        <a:bodyPr/>
        <a:lstStyle/>
        <a:p>
          <a:endParaRPr lang="en-US"/>
        </a:p>
      </dgm:t>
    </dgm:pt>
    <dgm:pt modelId="{D30C23AD-595D-4BB7-BA68-7AD7E4599E49}">
      <dgm:prSet custT="1"/>
      <dgm:spPr/>
      <dgm:t>
        <a:bodyPr/>
        <a:lstStyle/>
        <a:p>
          <a:r>
            <a:rPr lang="en-US" sz="1600" b="0" i="0" dirty="0"/>
            <a:t>Improved Customer Retention: It is anticipated as personalized meal choices and loyalty incentives are expected to boost repeat patronage by 25%.</a:t>
          </a:r>
          <a:endParaRPr lang="en-US" sz="1600" dirty="0"/>
        </a:p>
      </dgm:t>
    </dgm:pt>
    <dgm:pt modelId="{E2815A7E-F9C0-4E6E-A9FF-41C5BF845661}" type="sibTrans" cxnId="{53ED5D88-004C-4350-A72A-B1BFA9479B98}">
      <dgm:prSet/>
      <dgm:spPr/>
      <dgm:t>
        <a:bodyPr/>
        <a:lstStyle/>
        <a:p>
          <a:endParaRPr lang="en-US"/>
        </a:p>
      </dgm:t>
    </dgm:pt>
    <dgm:pt modelId="{E946AC28-6D9D-43A9-B9C5-092587960D79}" type="parTrans" cxnId="{53ED5D88-004C-4350-A72A-B1BFA9479B98}">
      <dgm:prSet/>
      <dgm:spPr/>
      <dgm:t>
        <a:bodyPr/>
        <a:lstStyle/>
        <a:p>
          <a:endParaRPr lang="en-US"/>
        </a:p>
      </dgm:t>
    </dgm:pt>
    <dgm:pt modelId="{56F49728-2107-4E43-9700-9EEAF3955C92}" type="pres">
      <dgm:prSet presAssocID="{5B977F76-4739-4968-AC7E-C7B470A99B67}" presName="linear" presStyleCnt="0">
        <dgm:presLayoutVars>
          <dgm:animLvl val="lvl"/>
          <dgm:resizeHandles val="exact"/>
        </dgm:presLayoutVars>
      </dgm:prSet>
      <dgm:spPr/>
    </dgm:pt>
    <dgm:pt modelId="{95D4E915-8012-4B45-B5CE-069F1A573C78}" type="pres">
      <dgm:prSet presAssocID="{8D307802-1BD8-4F17-B454-DB50D20FCEC1}" presName="parentText" presStyleLbl="node1" presStyleIdx="0" presStyleCnt="5">
        <dgm:presLayoutVars>
          <dgm:chMax val="0"/>
          <dgm:bulletEnabled val="1"/>
        </dgm:presLayoutVars>
      </dgm:prSet>
      <dgm:spPr/>
    </dgm:pt>
    <dgm:pt modelId="{0FB35A5A-6F93-407C-90DE-A7CA223261AE}" type="pres">
      <dgm:prSet presAssocID="{06C3812A-BABA-4A97-8CA9-8636F9094E88}" presName="spacer" presStyleCnt="0"/>
      <dgm:spPr/>
    </dgm:pt>
    <dgm:pt modelId="{9B31FC6C-706D-4FD3-9A5F-6BDFEF1F0E66}" type="pres">
      <dgm:prSet presAssocID="{BB84F565-5E22-4C93-B4F5-474D80CBD25B}" presName="parentText" presStyleLbl="node1" presStyleIdx="1" presStyleCnt="5">
        <dgm:presLayoutVars>
          <dgm:chMax val="0"/>
          <dgm:bulletEnabled val="1"/>
        </dgm:presLayoutVars>
      </dgm:prSet>
      <dgm:spPr/>
    </dgm:pt>
    <dgm:pt modelId="{A30027A6-D647-43A9-8723-731C41EC0833}" type="pres">
      <dgm:prSet presAssocID="{829476B8-9922-40F3-A902-74263D3D7CC9}" presName="spacer" presStyleCnt="0"/>
      <dgm:spPr/>
    </dgm:pt>
    <dgm:pt modelId="{5CB8D4E0-73C3-4F48-A439-3468199056C2}" type="pres">
      <dgm:prSet presAssocID="{D86FCEF4-91FE-4C44-8F15-629F99F50168}" presName="parentText" presStyleLbl="node1" presStyleIdx="2" presStyleCnt="5">
        <dgm:presLayoutVars>
          <dgm:chMax val="0"/>
          <dgm:bulletEnabled val="1"/>
        </dgm:presLayoutVars>
      </dgm:prSet>
      <dgm:spPr/>
    </dgm:pt>
    <dgm:pt modelId="{45CCD954-755D-405C-BF4A-BF07156DC787}" type="pres">
      <dgm:prSet presAssocID="{40B92A2D-38F9-4752-AFC9-463C875FAA73}" presName="spacer" presStyleCnt="0"/>
      <dgm:spPr/>
    </dgm:pt>
    <dgm:pt modelId="{C5897D94-3EB2-4D97-AD35-263075EEC498}" type="pres">
      <dgm:prSet presAssocID="{E4887F47-1EC1-48BF-9C6B-A00CDD25EA04}" presName="parentText" presStyleLbl="node1" presStyleIdx="3" presStyleCnt="5">
        <dgm:presLayoutVars>
          <dgm:chMax val="0"/>
          <dgm:bulletEnabled val="1"/>
        </dgm:presLayoutVars>
      </dgm:prSet>
      <dgm:spPr/>
    </dgm:pt>
    <dgm:pt modelId="{F2C59CB4-7AE9-42D7-B310-5F28DDD61655}" type="pres">
      <dgm:prSet presAssocID="{5EDFA408-E010-4C3B-A652-90C50F5E33B9}" presName="spacer" presStyleCnt="0"/>
      <dgm:spPr/>
    </dgm:pt>
    <dgm:pt modelId="{B4F9A2D4-B904-414E-BD0D-87A1BB1679C1}" type="pres">
      <dgm:prSet presAssocID="{D30C23AD-595D-4BB7-BA68-7AD7E4599E49}" presName="parentText" presStyleLbl="node1" presStyleIdx="4" presStyleCnt="5">
        <dgm:presLayoutVars>
          <dgm:chMax val="0"/>
          <dgm:bulletEnabled val="1"/>
        </dgm:presLayoutVars>
      </dgm:prSet>
      <dgm:spPr/>
    </dgm:pt>
  </dgm:ptLst>
  <dgm:cxnLst>
    <dgm:cxn modelId="{E3A1A90B-C208-4471-BC0A-D9ABAE7A8EC5}" type="presOf" srcId="{D86FCEF4-91FE-4C44-8F15-629F99F50168}" destId="{5CB8D4E0-73C3-4F48-A439-3468199056C2}" srcOrd="0" destOrd="0" presId="urn:microsoft.com/office/officeart/2005/8/layout/vList2"/>
    <dgm:cxn modelId="{0BDBF10F-D4AE-42C5-A3EA-44950D55FB75}" srcId="{5B977F76-4739-4968-AC7E-C7B470A99B67}" destId="{8D307802-1BD8-4F17-B454-DB50D20FCEC1}" srcOrd="0" destOrd="0" parTransId="{3F218984-7945-46E9-9259-CAF6B1843BCD}" sibTransId="{06C3812A-BABA-4A97-8CA9-8636F9094E88}"/>
    <dgm:cxn modelId="{FE31FD17-DB66-4113-9F8D-3913F75F0CF1}" type="presOf" srcId="{BB84F565-5E22-4C93-B4F5-474D80CBD25B}" destId="{9B31FC6C-706D-4FD3-9A5F-6BDFEF1F0E66}" srcOrd="0" destOrd="0" presId="urn:microsoft.com/office/officeart/2005/8/layout/vList2"/>
    <dgm:cxn modelId="{3B599135-556D-4C32-8DCD-8D1D150D1E32}" srcId="{5B977F76-4739-4968-AC7E-C7B470A99B67}" destId="{BB84F565-5E22-4C93-B4F5-474D80CBD25B}" srcOrd="1" destOrd="0" parTransId="{90C96A5A-BE41-4948-A319-5CFACACC2709}" sibTransId="{829476B8-9922-40F3-A902-74263D3D7CC9}"/>
    <dgm:cxn modelId="{A3230043-942B-4D9D-BD5A-A8FCCF250822}" type="presOf" srcId="{E4887F47-1EC1-48BF-9C6B-A00CDD25EA04}" destId="{C5897D94-3EB2-4D97-AD35-263075EEC498}" srcOrd="0" destOrd="0" presId="urn:microsoft.com/office/officeart/2005/8/layout/vList2"/>
    <dgm:cxn modelId="{C30C254E-0998-401D-ADC0-84FE935F0703}" type="presOf" srcId="{8D307802-1BD8-4F17-B454-DB50D20FCEC1}" destId="{95D4E915-8012-4B45-B5CE-069F1A573C78}" srcOrd="0" destOrd="0" presId="urn:microsoft.com/office/officeart/2005/8/layout/vList2"/>
    <dgm:cxn modelId="{53ED5D88-004C-4350-A72A-B1BFA9479B98}" srcId="{5B977F76-4739-4968-AC7E-C7B470A99B67}" destId="{D30C23AD-595D-4BB7-BA68-7AD7E4599E49}" srcOrd="4" destOrd="0" parTransId="{E946AC28-6D9D-43A9-B9C5-092587960D79}" sibTransId="{E2815A7E-F9C0-4E6E-A9FF-41C5BF845661}"/>
    <dgm:cxn modelId="{F72B2DBD-6C27-4833-B089-B76F90AA3247}" srcId="{5B977F76-4739-4968-AC7E-C7B470A99B67}" destId="{D86FCEF4-91FE-4C44-8F15-629F99F50168}" srcOrd="2" destOrd="0" parTransId="{1E8A39A2-707C-4DFE-B027-ACA7F8E82A26}" sibTransId="{40B92A2D-38F9-4752-AFC9-463C875FAA73}"/>
    <dgm:cxn modelId="{E8F4D3CB-D595-497D-91C8-02DB9732F6F9}" srcId="{5B977F76-4739-4968-AC7E-C7B470A99B67}" destId="{E4887F47-1EC1-48BF-9C6B-A00CDD25EA04}" srcOrd="3" destOrd="0" parTransId="{3D127EF7-464B-4B7B-82E1-030993CFF9D5}" sibTransId="{5EDFA408-E010-4C3B-A652-90C50F5E33B9}"/>
    <dgm:cxn modelId="{8D0EA8D7-4949-406B-A3EB-27E5162EAB84}" type="presOf" srcId="{D30C23AD-595D-4BB7-BA68-7AD7E4599E49}" destId="{B4F9A2D4-B904-414E-BD0D-87A1BB1679C1}" srcOrd="0" destOrd="0" presId="urn:microsoft.com/office/officeart/2005/8/layout/vList2"/>
    <dgm:cxn modelId="{D1FD84E5-898D-4693-9A8D-90DFA62FC739}" type="presOf" srcId="{5B977F76-4739-4968-AC7E-C7B470A99B67}" destId="{56F49728-2107-4E43-9700-9EEAF3955C92}" srcOrd="0" destOrd="0" presId="urn:microsoft.com/office/officeart/2005/8/layout/vList2"/>
    <dgm:cxn modelId="{180A0927-E4A1-49A4-B4B5-E4269840A910}" type="presParOf" srcId="{56F49728-2107-4E43-9700-9EEAF3955C92}" destId="{95D4E915-8012-4B45-B5CE-069F1A573C78}" srcOrd="0" destOrd="0" presId="urn:microsoft.com/office/officeart/2005/8/layout/vList2"/>
    <dgm:cxn modelId="{EBFF3AB6-4F26-4443-8202-857AD3B8A692}" type="presParOf" srcId="{56F49728-2107-4E43-9700-9EEAF3955C92}" destId="{0FB35A5A-6F93-407C-90DE-A7CA223261AE}" srcOrd="1" destOrd="0" presId="urn:microsoft.com/office/officeart/2005/8/layout/vList2"/>
    <dgm:cxn modelId="{CBE0E792-BE7C-49D5-98E2-0AB682F10493}" type="presParOf" srcId="{56F49728-2107-4E43-9700-9EEAF3955C92}" destId="{9B31FC6C-706D-4FD3-9A5F-6BDFEF1F0E66}" srcOrd="2" destOrd="0" presId="urn:microsoft.com/office/officeart/2005/8/layout/vList2"/>
    <dgm:cxn modelId="{14A28A41-D845-477F-91C6-AC11FFA0D905}" type="presParOf" srcId="{56F49728-2107-4E43-9700-9EEAF3955C92}" destId="{A30027A6-D647-43A9-8723-731C41EC0833}" srcOrd="3" destOrd="0" presId="urn:microsoft.com/office/officeart/2005/8/layout/vList2"/>
    <dgm:cxn modelId="{0B3A1B48-3621-454D-9955-8E0BD8D47DB0}" type="presParOf" srcId="{56F49728-2107-4E43-9700-9EEAF3955C92}" destId="{5CB8D4E0-73C3-4F48-A439-3468199056C2}" srcOrd="4" destOrd="0" presId="urn:microsoft.com/office/officeart/2005/8/layout/vList2"/>
    <dgm:cxn modelId="{7032F183-C276-458C-A231-B984618E8C07}" type="presParOf" srcId="{56F49728-2107-4E43-9700-9EEAF3955C92}" destId="{45CCD954-755D-405C-BF4A-BF07156DC787}" srcOrd="5" destOrd="0" presId="urn:microsoft.com/office/officeart/2005/8/layout/vList2"/>
    <dgm:cxn modelId="{E689CBDF-5CF3-4083-A3CC-24E5E9284A84}" type="presParOf" srcId="{56F49728-2107-4E43-9700-9EEAF3955C92}" destId="{C5897D94-3EB2-4D97-AD35-263075EEC498}" srcOrd="6" destOrd="0" presId="urn:microsoft.com/office/officeart/2005/8/layout/vList2"/>
    <dgm:cxn modelId="{17C8BE5A-C91D-4FD9-A745-BC92A42E606B}" type="presParOf" srcId="{56F49728-2107-4E43-9700-9EEAF3955C92}" destId="{F2C59CB4-7AE9-42D7-B310-5F28DDD61655}" srcOrd="7" destOrd="0" presId="urn:microsoft.com/office/officeart/2005/8/layout/vList2"/>
    <dgm:cxn modelId="{9C8DF65D-CFAF-43A4-A255-2A6234155A9B}" type="presParOf" srcId="{56F49728-2107-4E43-9700-9EEAF3955C92}" destId="{B4F9A2D4-B904-414E-BD0D-87A1BB1679C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1D6962-2E6B-4331-95C1-07CC638AA3CC}">
      <dsp:nvSpPr>
        <dsp:cNvPr id="0" name=""/>
        <dsp:cNvSpPr/>
      </dsp:nvSpPr>
      <dsp:spPr>
        <a:xfrm>
          <a:off x="0" y="705"/>
          <a:ext cx="6669431" cy="0"/>
        </a:xfrm>
        <a:prstGeom prst="line">
          <a:avLst/>
        </a:prstGeom>
        <a:solidFill>
          <a:schemeClr val="accent2">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89A011F-311B-4C16-A66C-B89C0451F82F}">
      <dsp:nvSpPr>
        <dsp:cNvPr id="0" name=""/>
        <dsp:cNvSpPr/>
      </dsp:nvSpPr>
      <dsp:spPr>
        <a:xfrm>
          <a:off x="0" y="705"/>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GB" sz="3000" kern="1200" dirty="0"/>
            <a:t>Introduction to the Business(NutriFit)</a:t>
          </a:r>
          <a:endParaRPr lang="en-US" sz="3000" kern="1200" dirty="0"/>
        </a:p>
      </dsp:txBody>
      <dsp:txXfrm>
        <a:off x="0" y="705"/>
        <a:ext cx="6669431" cy="825227"/>
      </dsp:txXfrm>
    </dsp:sp>
    <dsp:sp modelId="{E4AAC3AA-D261-42C3-B904-C76E8C9982E6}">
      <dsp:nvSpPr>
        <dsp:cNvPr id="0" name=""/>
        <dsp:cNvSpPr/>
      </dsp:nvSpPr>
      <dsp:spPr>
        <a:xfrm>
          <a:off x="0" y="825932"/>
          <a:ext cx="6669431" cy="0"/>
        </a:xfrm>
        <a:prstGeom prst="line">
          <a:avLst/>
        </a:prstGeom>
        <a:solidFill>
          <a:schemeClr val="accent2">
            <a:hueOff val="-252147"/>
            <a:satOff val="1641"/>
            <a:lumOff val="-131"/>
            <a:alphaOff val="0"/>
          </a:schemeClr>
        </a:solidFill>
        <a:ln w="9525" cap="flat" cmpd="sng" algn="ctr">
          <a:solidFill>
            <a:schemeClr val="accent2">
              <a:hueOff val="-252147"/>
              <a:satOff val="1641"/>
              <a:lumOff val="-13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4ED6384-0DCE-439C-B2D4-ED2D3EFF2FA3}">
      <dsp:nvSpPr>
        <dsp:cNvPr id="0" name=""/>
        <dsp:cNvSpPr/>
      </dsp:nvSpPr>
      <dsp:spPr>
        <a:xfrm>
          <a:off x="0" y="825932"/>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GB" sz="3000" kern="1200"/>
            <a:t>Data Used</a:t>
          </a:r>
          <a:endParaRPr lang="en-US" sz="3000" kern="1200"/>
        </a:p>
      </dsp:txBody>
      <dsp:txXfrm>
        <a:off x="0" y="825932"/>
        <a:ext cx="6669431" cy="825227"/>
      </dsp:txXfrm>
    </dsp:sp>
    <dsp:sp modelId="{310453E1-592B-4D15-BF3F-61E51E532113}">
      <dsp:nvSpPr>
        <dsp:cNvPr id="0" name=""/>
        <dsp:cNvSpPr/>
      </dsp:nvSpPr>
      <dsp:spPr>
        <a:xfrm>
          <a:off x="0" y="1651159"/>
          <a:ext cx="6669431" cy="0"/>
        </a:xfrm>
        <a:prstGeom prst="line">
          <a:avLst/>
        </a:prstGeom>
        <a:solidFill>
          <a:schemeClr val="accent2">
            <a:hueOff val="-504294"/>
            <a:satOff val="3282"/>
            <a:lumOff val="-261"/>
            <a:alphaOff val="0"/>
          </a:schemeClr>
        </a:solidFill>
        <a:ln w="9525" cap="flat" cmpd="sng" algn="ctr">
          <a:solidFill>
            <a:schemeClr val="accent2">
              <a:hueOff val="-504294"/>
              <a:satOff val="3282"/>
              <a:lumOff val="-26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E2A9A98-A80E-43C1-88BC-ADEB4580BB24}">
      <dsp:nvSpPr>
        <dsp:cNvPr id="0" name=""/>
        <dsp:cNvSpPr/>
      </dsp:nvSpPr>
      <dsp:spPr>
        <a:xfrm>
          <a:off x="0" y="1651159"/>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IN" sz="3000" i="0" kern="1200"/>
            <a:t>Analysis</a:t>
          </a:r>
          <a:endParaRPr lang="en-US" sz="3000" kern="1200"/>
        </a:p>
      </dsp:txBody>
      <dsp:txXfrm>
        <a:off x="0" y="1651159"/>
        <a:ext cx="6669431" cy="825227"/>
      </dsp:txXfrm>
    </dsp:sp>
    <dsp:sp modelId="{2067D391-94DA-401B-AFE4-FE94E081A53E}">
      <dsp:nvSpPr>
        <dsp:cNvPr id="0" name=""/>
        <dsp:cNvSpPr/>
      </dsp:nvSpPr>
      <dsp:spPr>
        <a:xfrm>
          <a:off x="0" y="2476386"/>
          <a:ext cx="6669431" cy="0"/>
        </a:xfrm>
        <a:prstGeom prst="line">
          <a:avLst/>
        </a:prstGeom>
        <a:solidFill>
          <a:schemeClr val="accent2">
            <a:hueOff val="-756442"/>
            <a:satOff val="4923"/>
            <a:lumOff val="-392"/>
            <a:alphaOff val="0"/>
          </a:schemeClr>
        </a:solidFill>
        <a:ln w="9525" cap="flat" cmpd="sng" algn="ctr">
          <a:solidFill>
            <a:schemeClr val="accent2">
              <a:hueOff val="-756442"/>
              <a:satOff val="4923"/>
              <a:lumOff val="-39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0CBFF43-5E20-4643-8A4D-3663641CF4A6}">
      <dsp:nvSpPr>
        <dsp:cNvPr id="0" name=""/>
        <dsp:cNvSpPr/>
      </dsp:nvSpPr>
      <dsp:spPr>
        <a:xfrm>
          <a:off x="0" y="2476386"/>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IN" sz="3000" i="0" kern="1200"/>
            <a:t>What questions need to be asked</a:t>
          </a:r>
          <a:endParaRPr lang="en-US" sz="3000" kern="1200"/>
        </a:p>
      </dsp:txBody>
      <dsp:txXfrm>
        <a:off x="0" y="2476386"/>
        <a:ext cx="6669431" cy="825227"/>
      </dsp:txXfrm>
    </dsp:sp>
    <dsp:sp modelId="{EF9C2DA3-9CCA-4BC7-9AC6-93BB17B17A6F}">
      <dsp:nvSpPr>
        <dsp:cNvPr id="0" name=""/>
        <dsp:cNvSpPr/>
      </dsp:nvSpPr>
      <dsp:spPr>
        <a:xfrm>
          <a:off x="0" y="3301613"/>
          <a:ext cx="6669431" cy="0"/>
        </a:xfrm>
        <a:prstGeom prst="line">
          <a:avLst/>
        </a:prstGeom>
        <a:solidFill>
          <a:schemeClr val="accent2">
            <a:hueOff val="-1008589"/>
            <a:satOff val="6565"/>
            <a:lumOff val="-523"/>
            <a:alphaOff val="0"/>
          </a:schemeClr>
        </a:solidFill>
        <a:ln w="9525" cap="flat" cmpd="sng" algn="ctr">
          <a:solidFill>
            <a:schemeClr val="accent2">
              <a:hueOff val="-1008589"/>
              <a:satOff val="6565"/>
              <a:lumOff val="-52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D8A4DF6-D0A1-44C2-BA11-5BBC85EC770B}">
      <dsp:nvSpPr>
        <dsp:cNvPr id="0" name=""/>
        <dsp:cNvSpPr/>
      </dsp:nvSpPr>
      <dsp:spPr>
        <a:xfrm>
          <a:off x="0" y="3301613"/>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IN" sz="3000" i="0" kern="1200"/>
            <a:t>Analytical Application</a:t>
          </a:r>
          <a:endParaRPr lang="en-US" sz="3000" kern="1200"/>
        </a:p>
      </dsp:txBody>
      <dsp:txXfrm>
        <a:off x="0" y="3301613"/>
        <a:ext cx="6669431" cy="825227"/>
      </dsp:txXfrm>
    </dsp:sp>
    <dsp:sp modelId="{47336D7C-8DEC-4A7D-B427-9E8902F412E1}">
      <dsp:nvSpPr>
        <dsp:cNvPr id="0" name=""/>
        <dsp:cNvSpPr/>
      </dsp:nvSpPr>
      <dsp:spPr>
        <a:xfrm>
          <a:off x="0" y="4126840"/>
          <a:ext cx="6669431" cy="0"/>
        </a:xfrm>
        <a:prstGeom prst="line">
          <a:avLst/>
        </a:prstGeom>
        <a:solidFill>
          <a:schemeClr val="accent2">
            <a:hueOff val="-1260736"/>
            <a:satOff val="8206"/>
            <a:lumOff val="-653"/>
            <a:alphaOff val="0"/>
          </a:schemeClr>
        </a:solidFill>
        <a:ln w="9525" cap="flat" cmpd="sng" algn="ctr">
          <a:solidFill>
            <a:schemeClr val="accent2">
              <a:hueOff val="-1260736"/>
              <a:satOff val="8206"/>
              <a:lumOff val="-65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9FC69BD-1BDD-40AF-B1A3-400D41C21A99}">
      <dsp:nvSpPr>
        <dsp:cNvPr id="0" name=""/>
        <dsp:cNvSpPr/>
      </dsp:nvSpPr>
      <dsp:spPr>
        <a:xfrm>
          <a:off x="0" y="4126840"/>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IN" sz="3000" i="0" kern="1200"/>
            <a:t>Big Data Sources</a:t>
          </a:r>
          <a:endParaRPr lang="en-US" sz="3000" kern="1200"/>
        </a:p>
      </dsp:txBody>
      <dsp:txXfrm>
        <a:off x="0" y="4126840"/>
        <a:ext cx="6669431" cy="825227"/>
      </dsp:txXfrm>
    </dsp:sp>
    <dsp:sp modelId="{E6390B54-A64A-4E22-A2A7-F33FD5CE20DE}">
      <dsp:nvSpPr>
        <dsp:cNvPr id="0" name=""/>
        <dsp:cNvSpPr/>
      </dsp:nvSpPr>
      <dsp:spPr>
        <a:xfrm>
          <a:off x="0" y="4952067"/>
          <a:ext cx="6669431" cy="0"/>
        </a:xfrm>
        <a:prstGeom prst="line">
          <a:avLst/>
        </a:prstGeom>
        <a:solidFill>
          <a:schemeClr val="accent2">
            <a:hueOff val="-1512883"/>
            <a:satOff val="9847"/>
            <a:lumOff val="-784"/>
            <a:alphaOff val="0"/>
          </a:schemeClr>
        </a:solidFill>
        <a:ln w="9525" cap="flat" cmpd="sng" algn="ctr">
          <a:solidFill>
            <a:schemeClr val="accent2">
              <a:hueOff val="-1512883"/>
              <a:satOff val="9847"/>
              <a:lumOff val="-78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373B88B-FD8A-4C42-BD5B-AE668F56979D}">
      <dsp:nvSpPr>
        <dsp:cNvPr id="0" name=""/>
        <dsp:cNvSpPr/>
      </dsp:nvSpPr>
      <dsp:spPr>
        <a:xfrm>
          <a:off x="0" y="4952067"/>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100000"/>
            </a:lnSpc>
            <a:spcBef>
              <a:spcPct val="0"/>
            </a:spcBef>
            <a:spcAft>
              <a:spcPct val="35000"/>
            </a:spcAft>
            <a:buNone/>
            <a:defRPr b="1"/>
          </a:pPr>
          <a:r>
            <a:rPr lang="en-IN" sz="3000" i="0" kern="1200"/>
            <a:t>Predictions</a:t>
          </a:r>
          <a:endParaRPr lang="en-US" sz="3000" kern="1200"/>
        </a:p>
      </dsp:txBody>
      <dsp:txXfrm>
        <a:off x="0" y="4952067"/>
        <a:ext cx="6669431" cy="8252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D6637-53C2-47EC-B98C-852EB9E8FC81}">
      <dsp:nvSpPr>
        <dsp:cNvPr id="0" name=""/>
        <dsp:cNvSpPr/>
      </dsp:nvSpPr>
      <dsp:spPr>
        <a:xfrm>
          <a:off x="0" y="2821"/>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E2CD233-A89C-4167-BEFC-F49A21D0739E}">
      <dsp:nvSpPr>
        <dsp:cNvPr id="0" name=""/>
        <dsp:cNvSpPr/>
      </dsp:nvSpPr>
      <dsp:spPr>
        <a:xfrm>
          <a:off x="0" y="2821"/>
          <a:ext cx="6669431" cy="9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Prospective customer data - personal details of our prospective customers.</a:t>
          </a:r>
          <a:endParaRPr lang="en-US" sz="1600" kern="1200" dirty="0"/>
        </a:p>
      </dsp:txBody>
      <dsp:txXfrm>
        <a:off x="0" y="2821"/>
        <a:ext cx="6669431" cy="962059"/>
      </dsp:txXfrm>
    </dsp:sp>
    <dsp:sp modelId="{3B30DE45-9319-4C57-8F76-BA418E8587C2}">
      <dsp:nvSpPr>
        <dsp:cNvPr id="0" name=""/>
        <dsp:cNvSpPr/>
      </dsp:nvSpPr>
      <dsp:spPr>
        <a:xfrm>
          <a:off x="0" y="964880"/>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A183C5B-1B04-4E7C-A3B5-86F666715540}">
      <dsp:nvSpPr>
        <dsp:cNvPr id="0" name=""/>
        <dsp:cNvSpPr/>
      </dsp:nvSpPr>
      <dsp:spPr>
        <a:xfrm>
          <a:off x="0" y="964880"/>
          <a:ext cx="6669431" cy="9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Data collected from the survey - Target group analysis.</a:t>
          </a:r>
          <a:endParaRPr lang="en-US" sz="1600" kern="1200" dirty="0"/>
        </a:p>
      </dsp:txBody>
      <dsp:txXfrm>
        <a:off x="0" y="964880"/>
        <a:ext cx="6669431" cy="962059"/>
      </dsp:txXfrm>
    </dsp:sp>
    <dsp:sp modelId="{ABB18E1E-8518-42B8-8A91-6314E1F5E277}">
      <dsp:nvSpPr>
        <dsp:cNvPr id="0" name=""/>
        <dsp:cNvSpPr/>
      </dsp:nvSpPr>
      <dsp:spPr>
        <a:xfrm>
          <a:off x="0" y="1926940"/>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A32D073-A7A7-4004-9C11-F55EF95D8213}">
      <dsp:nvSpPr>
        <dsp:cNvPr id="0" name=""/>
        <dsp:cNvSpPr/>
      </dsp:nvSpPr>
      <dsp:spPr>
        <a:xfrm>
          <a:off x="0" y="1926940"/>
          <a:ext cx="6669431" cy="9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Dietary Trends - Analysing the market and seeing what kind of diet is trending more in the prevailing market.</a:t>
          </a:r>
          <a:endParaRPr lang="en-US" sz="1600" kern="1200" dirty="0"/>
        </a:p>
      </dsp:txBody>
      <dsp:txXfrm>
        <a:off x="0" y="1926940"/>
        <a:ext cx="6669431" cy="962059"/>
      </dsp:txXfrm>
    </dsp:sp>
    <dsp:sp modelId="{FECC1979-904D-4192-BE39-747DB446EEF6}">
      <dsp:nvSpPr>
        <dsp:cNvPr id="0" name=""/>
        <dsp:cNvSpPr/>
      </dsp:nvSpPr>
      <dsp:spPr>
        <a:xfrm>
          <a:off x="0" y="2889000"/>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3097DB1-86B7-405A-A987-555677D64676}">
      <dsp:nvSpPr>
        <dsp:cNvPr id="0" name=""/>
        <dsp:cNvSpPr/>
      </dsp:nvSpPr>
      <dsp:spPr>
        <a:xfrm>
          <a:off x="0" y="2889000"/>
          <a:ext cx="6669431" cy="9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Competitors - Checking for the prices and offers our competitors are providing to their customers, analysis like this can help us in fixing competitive pricing thus making us relevant in the market.</a:t>
          </a:r>
          <a:endParaRPr lang="en-US" sz="1600" kern="1200" dirty="0"/>
        </a:p>
      </dsp:txBody>
      <dsp:txXfrm>
        <a:off x="0" y="2889000"/>
        <a:ext cx="6669431" cy="962059"/>
      </dsp:txXfrm>
    </dsp:sp>
    <dsp:sp modelId="{F3810337-28B5-42F0-8973-B5F33C724AD9}">
      <dsp:nvSpPr>
        <dsp:cNvPr id="0" name=""/>
        <dsp:cNvSpPr/>
      </dsp:nvSpPr>
      <dsp:spPr>
        <a:xfrm>
          <a:off x="0" y="3851059"/>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FE0301E-4C15-4CD6-A5F0-B017E0ECECA3}">
      <dsp:nvSpPr>
        <dsp:cNvPr id="0" name=""/>
        <dsp:cNvSpPr/>
      </dsp:nvSpPr>
      <dsp:spPr>
        <a:xfrm>
          <a:off x="0" y="3851059"/>
          <a:ext cx="6669431" cy="9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Data containing diet preferences of our prospective customers.</a:t>
          </a:r>
          <a:endParaRPr lang="en-US" sz="1600" kern="1200" dirty="0"/>
        </a:p>
      </dsp:txBody>
      <dsp:txXfrm>
        <a:off x="0" y="3851059"/>
        <a:ext cx="6669431" cy="962059"/>
      </dsp:txXfrm>
    </dsp:sp>
    <dsp:sp modelId="{23A94921-0D70-4D16-B216-F4DA5E17A2DE}">
      <dsp:nvSpPr>
        <dsp:cNvPr id="0" name=""/>
        <dsp:cNvSpPr/>
      </dsp:nvSpPr>
      <dsp:spPr>
        <a:xfrm>
          <a:off x="0" y="4813119"/>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FEBB86D-82AF-4F2A-8561-55C6D5944EBC}">
      <dsp:nvSpPr>
        <dsp:cNvPr id="0" name=""/>
        <dsp:cNvSpPr/>
      </dsp:nvSpPr>
      <dsp:spPr>
        <a:xfrm>
          <a:off x="0" y="4813119"/>
          <a:ext cx="6669431" cy="9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Availability of ingredients across different regions - Checking for data that shows the availability of ingredients across regions to optimize our purchase thus leading to proper inventory management.</a:t>
          </a:r>
          <a:endParaRPr lang="en-US" sz="1600" kern="1200" dirty="0"/>
        </a:p>
      </dsp:txBody>
      <dsp:txXfrm>
        <a:off x="0" y="4813119"/>
        <a:ext cx="6669431" cy="9620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E1131B-8D50-43F5-9FF6-3D0DE42D1D70}">
      <dsp:nvSpPr>
        <dsp:cNvPr id="0" name=""/>
        <dsp:cNvSpPr/>
      </dsp:nvSpPr>
      <dsp:spPr>
        <a:xfrm>
          <a:off x="0" y="7672"/>
          <a:ext cx="7524521" cy="13374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F527DA-9B33-4F33-9CB5-D49F6405B9F1}">
      <dsp:nvSpPr>
        <dsp:cNvPr id="0" name=""/>
        <dsp:cNvSpPr/>
      </dsp:nvSpPr>
      <dsp:spPr>
        <a:xfrm>
          <a:off x="404581" y="308600"/>
          <a:ext cx="735602" cy="7356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1A3690-CD82-411F-937F-95719A9AEC8E}">
      <dsp:nvSpPr>
        <dsp:cNvPr id="0" name=""/>
        <dsp:cNvSpPr/>
      </dsp:nvSpPr>
      <dsp:spPr>
        <a:xfrm>
          <a:off x="1544766" y="7672"/>
          <a:ext cx="5978244" cy="1337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48" tIns="141548" rIns="141548" bIns="141548" numCol="1" spcCol="1270" anchor="ctr" anchorCtr="0">
          <a:noAutofit/>
        </a:bodyPr>
        <a:lstStyle/>
        <a:p>
          <a:pPr marL="0" lvl="0" indent="0" algn="l" defTabSz="666750">
            <a:lnSpc>
              <a:spcPct val="90000"/>
            </a:lnSpc>
            <a:spcBef>
              <a:spcPct val="0"/>
            </a:spcBef>
            <a:spcAft>
              <a:spcPct val="35000"/>
            </a:spcAft>
            <a:buNone/>
          </a:pPr>
          <a:r>
            <a:rPr lang="en-GB" sz="1500" b="1" kern="1200" dirty="0"/>
            <a:t>KPIs</a:t>
          </a:r>
          <a:r>
            <a:rPr lang="en-GB" sz="1500" kern="1200" dirty="0"/>
            <a:t> to track NutriFit’s growth and operational success</a:t>
          </a:r>
          <a:endParaRPr lang="en-US" sz="1500" kern="1200" dirty="0"/>
        </a:p>
      </dsp:txBody>
      <dsp:txXfrm>
        <a:off x="1544766" y="7672"/>
        <a:ext cx="5978244" cy="1337459"/>
      </dsp:txXfrm>
    </dsp:sp>
    <dsp:sp modelId="{B93A570E-BE93-4904-9AA0-E0BD70B053B7}">
      <dsp:nvSpPr>
        <dsp:cNvPr id="0" name=""/>
        <dsp:cNvSpPr/>
      </dsp:nvSpPr>
      <dsp:spPr>
        <a:xfrm>
          <a:off x="0" y="1679497"/>
          <a:ext cx="7524521" cy="13374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2ACE53-FF16-4081-861D-968320B95E45}">
      <dsp:nvSpPr>
        <dsp:cNvPr id="0" name=""/>
        <dsp:cNvSpPr/>
      </dsp:nvSpPr>
      <dsp:spPr>
        <a:xfrm>
          <a:off x="404581" y="1980425"/>
          <a:ext cx="735602" cy="7356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81FCDB-ED38-41AE-8069-37610CC38C1B}">
      <dsp:nvSpPr>
        <dsp:cNvPr id="0" name=""/>
        <dsp:cNvSpPr/>
      </dsp:nvSpPr>
      <dsp:spPr>
        <a:xfrm>
          <a:off x="1544766" y="1679497"/>
          <a:ext cx="5978244" cy="1337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48" tIns="141548" rIns="141548" bIns="141548" numCol="1" spcCol="1270" anchor="ctr" anchorCtr="0">
          <a:noAutofit/>
        </a:bodyPr>
        <a:lstStyle/>
        <a:p>
          <a:pPr marL="0" lvl="0" indent="0" algn="l" defTabSz="666750">
            <a:lnSpc>
              <a:spcPct val="90000"/>
            </a:lnSpc>
            <a:spcBef>
              <a:spcPct val="0"/>
            </a:spcBef>
            <a:spcAft>
              <a:spcPct val="35000"/>
            </a:spcAft>
            <a:buNone/>
          </a:pPr>
          <a:r>
            <a:rPr lang="en-GB" sz="1500" b="1" kern="1200" dirty="0"/>
            <a:t>Customer Acquisition Rate</a:t>
          </a:r>
          <a:r>
            <a:rPr lang="en-GB" sz="1500" kern="1200" dirty="0"/>
            <a:t>: Measures how quickly NutriFit gains new customers.</a:t>
          </a:r>
          <a:endParaRPr lang="en-US" sz="1500" kern="1200" dirty="0"/>
        </a:p>
      </dsp:txBody>
      <dsp:txXfrm>
        <a:off x="1544766" y="1679497"/>
        <a:ext cx="5978244" cy="1337459"/>
      </dsp:txXfrm>
    </dsp:sp>
    <dsp:sp modelId="{9F795BD7-170F-4FA7-ABD8-9C72B33E04F9}">
      <dsp:nvSpPr>
        <dsp:cNvPr id="0" name=""/>
        <dsp:cNvSpPr/>
      </dsp:nvSpPr>
      <dsp:spPr>
        <a:xfrm>
          <a:off x="0" y="3351322"/>
          <a:ext cx="7524521" cy="13374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B57DA2-B7F4-4CA6-A634-49E1D533DF7E}">
      <dsp:nvSpPr>
        <dsp:cNvPr id="0" name=""/>
        <dsp:cNvSpPr/>
      </dsp:nvSpPr>
      <dsp:spPr>
        <a:xfrm>
          <a:off x="404581" y="3652250"/>
          <a:ext cx="735602" cy="7356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C0D188-C616-4962-8BB1-45620DAE870C}">
      <dsp:nvSpPr>
        <dsp:cNvPr id="0" name=""/>
        <dsp:cNvSpPr/>
      </dsp:nvSpPr>
      <dsp:spPr>
        <a:xfrm>
          <a:off x="1544766" y="3351322"/>
          <a:ext cx="5978244" cy="1337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48" tIns="141548" rIns="141548" bIns="141548" numCol="1" spcCol="1270" anchor="ctr" anchorCtr="0">
          <a:noAutofit/>
        </a:bodyPr>
        <a:lstStyle/>
        <a:p>
          <a:pPr marL="0" lvl="0" indent="0" algn="l" defTabSz="666750">
            <a:lnSpc>
              <a:spcPct val="90000"/>
            </a:lnSpc>
            <a:spcBef>
              <a:spcPct val="0"/>
            </a:spcBef>
            <a:spcAft>
              <a:spcPct val="35000"/>
            </a:spcAft>
            <a:buNone/>
          </a:pPr>
          <a:r>
            <a:rPr lang="en-GB" sz="1500" b="1" kern="1200" dirty="0"/>
            <a:t>Customer Retention Rate</a:t>
          </a:r>
          <a:r>
            <a:rPr lang="en-GB" sz="1500" kern="1200" dirty="0"/>
            <a:t>: Tracks the percentage of returning customers, crucial for assessing customer satisfaction.</a:t>
          </a:r>
          <a:endParaRPr lang="en-US" sz="1500" kern="1200" dirty="0"/>
        </a:p>
      </dsp:txBody>
      <dsp:txXfrm>
        <a:off x="1544766" y="3351322"/>
        <a:ext cx="5978244" cy="1337459"/>
      </dsp:txXfrm>
    </dsp:sp>
    <dsp:sp modelId="{3EB9AC73-6669-4AC5-909C-7BA2EB1E12B0}">
      <dsp:nvSpPr>
        <dsp:cNvPr id="0" name=""/>
        <dsp:cNvSpPr/>
      </dsp:nvSpPr>
      <dsp:spPr>
        <a:xfrm>
          <a:off x="0" y="5023146"/>
          <a:ext cx="7524521" cy="17390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4F768-B959-4714-8D65-8457E35216E6}">
      <dsp:nvSpPr>
        <dsp:cNvPr id="0" name=""/>
        <dsp:cNvSpPr/>
      </dsp:nvSpPr>
      <dsp:spPr>
        <a:xfrm>
          <a:off x="404581" y="5524868"/>
          <a:ext cx="735602" cy="7356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A52B15-ABD8-43FD-A610-096609FB07E6}">
      <dsp:nvSpPr>
        <dsp:cNvPr id="0" name=""/>
        <dsp:cNvSpPr/>
      </dsp:nvSpPr>
      <dsp:spPr>
        <a:xfrm>
          <a:off x="1544766" y="5223939"/>
          <a:ext cx="3386034" cy="1337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48" tIns="141548" rIns="141548" bIns="141548" numCol="1" spcCol="1270" anchor="ctr" anchorCtr="0">
          <a:noAutofit/>
        </a:bodyPr>
        <a:lstStyle/>
        <a:p>
          <a:pPr marL="0" lvl="0" indent="0" algn="l" defTabSz="666750">
            <a:lnSpc>
              <a:spcPct val="90000"/>
            </a:lnSpc>
            <a:spcBef>
              <a:spcPct val="0"/>
            </a:spcBef>
            <a:spcAft>
              <a:spcPct val="35000"/>
            </a:spcAft>
            <a:buNone/>
          </a:pPr>
          <a:r>
            <a:rPr lang="en-GB" sz="1500" b="1" kern="1200" dirty="0"/>
            <a:t>Average Order Value (AOV)</a:t>
          </a:r>
          <a:r>
            <a:rPr lang="en-GB" sz="1500" kern="1200" dirty="0"/>
            <a:t>: Evaluates revenue generated per order, key for identifying the impact of upselling and personalization.</a:t>
          </a:r>
          <a:endParaRPr lang="en-US" sz="1500" kern="1200" dirty="0"/>
        </a:p>
      </dsp:txBody>
      <dsp:txXfrm>
        <a:off x="1544766" y="5223939"/>
        <a:ext cx="3386034" cy="1337459"/>
      </dsp:txXfrm>
    </dsp:sp>
    <dsp:sp modelId="{5E658062-1A3B-4BFD-8651-0330BEAA8325}">
      <dsp:nvSpPr>
        <dsp:cNvPr id="0" name=""/>
        <dsp:cNvSpPr/>
      </dsp:nvSpPr>
      <dsp:spPr>
        <a:xfrm>
          <a:off x="4930800" y="5223939"/>
          <a:ext cx="2592210" cy="1337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48" tIns="141548" rIns="141548" bIns="141548" numCol="1" spcCol="1270" anchor="ctr" anchorCtr="0">
          <a:noAutofit/>
        </a:bodyPr>
        <a:lstStyle/>
        <a:p>
          <a:pPr marL="0" lvl="0" indent="0" algn="l" defTabSz="666750">
            <a:lnSpc>
              <a:spcPct val="90000"/>
            </a:lnSpc>
            <a:spcBef>
              <a:spcPct val="0"/>
            </a:spcBef>
            <a:spcAft>
              <a:spcPct val="35000"/>
            </a:spcAft>
            <a:buNone/>
          </a:pPr>
          <a:r>
            <a:rPr lang="en-GB" sz="1500" b="1" kern="1200" dirty="0"/>
            <a:t>Cost per Acquisition (CPA)</a:t>
          </a:r>
          <a:r>
            <a:rPr lang="en-GB" sz="1500" kern="1200" dirty="0"/>
            <a:t>: Calculates the cost of acquiring each new customer, allowing NutriFit to optimize marketing budgets.</a:t>
          </a:r>
          <a:endParaRPr lang="en-US" sz="1500" kern="1200" dirty="0"/>
        </a:p>
      </dsp:txBody>
      <dsp:txXfrm>
        <a:off x="4930800" y="5223939"/>
        <a:ext cx="2592210" cy="13374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FB5C0-B64C-4686-88AA-7CEB7321A13F}">
      <dsp:nvSpPr>
        <dsp:cNvPr id="0" name=""/>
        <dsp:cNvSpPr/>
      </dsp:nvSpPr>
      <dsp:spPr>
        <a:xfrm>
          <a:off x="0" y="2870"/>
          <a:ext cx="2747166" cy="1255242"/>
        </a:xfrm>
        <a:prstGeom prst="roundRect">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dirty="0"/>
            <a:t>Balanced Scorecard</a:t>
          </a:r>
          <a:r>
            <a:rPr lang="en-GB" sz="1500" kern="1200" dirty="0"/>
            <a:t>: This approach aligns NutriFit’s operations with strategic goals by focusing on four key perspectives:</a:t>
          </a:r>
          <a:endParaRPr lang="en-US" sz="1500" kern="1200" dirty="0"/>
        </a:p>
      </dsp:txBody>
      <dsp:txXfrm>
        <a:off x="61276" y="64146"/>
        <a:ext cx="2624614" cy="1132690"/>
      </dsp:txXfrm>
    </dsp:sp>
    <dsp:sp modelId="{427DBC4B-AC47-4788-89F2-12C5CDE7514C}">
      <dsp:nvSpPr>
        <dsp:cNvPr id="0" name=""/>
        <dsp:cNvSpPr/>
      </dsp:nvSpPr>
      <dsp:spPr>
        <a:xfrm rot="5400000">
          <a:off x="4686994" y="-493428"/>
          <a:ext cx="1004194" cy="4883850"/>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b="1" kern="1200" dirty="0"/>
            <a:t>Revenue Growth Rate</a:t>
          </a:r>
          <a:r>
            <a:rPr lang="en-GB" sz="1200" kern="1200" dirty="0"/>
            <a:t>: </a:t>
          </a:r>
          <a:r>
            <a:rPr lang="en-US" sz="1200" b="0" i="0" kern="1200" dirty="0"/>
            <a:t>Assess the augmentation in both monthly and annual revenue.</a:t>
          </a:r>
          <a:endParaRPr lang="en-US" sz="1200" kern="1200" dirty="0"/>
        </a:p>
        <a:p>
          <a:pPr marL="114300" lvl="1" indent="-114300" algn="l" defTabSz="533400">
            <a:lnSpc>
              <a:spcPct val="90000"/>
            </a:lnSpc>
            <a:spcBef>
              <a:spcPct val="0"/>
            </a:spcBef>
            <a:spcAft>
              <a:spcPct val="15000"/>
            </a:spcAft>
            <a:buChar char="•"/>
          </a:pPr>
          <a:r>
            <a:rPr lang="en-GB" sz="1200" b="1" kern="1200" dirty="0"/>
            <a:t>Average Order Value (AOV)</a:t>
          </a:r>
          <a:r>
            <a:rPr lang="en-GB" sz="1200" kern="1200" dirty="0"/>
            <a:t>: </a:t>
          </a:r>
          <a:r>
            <a:rPr lang="en-US" sz="1200" b="0" i="0" kern="1200" dirty="0"/>
            <a:t>Track the amount a customer spends per order.</a:t>
          </a:r>
          <a:endParaRPr lang="en-US" sz="1200" kern="1200" dirty="0"/>
        </a:p>
      </dsp:txBody>
      <dsp:txXfrm rot="-5400000">
        <a:off x="2747167" y="1495420"/>
        <a:ext cx="4834829" cy="906152"/>
      </dsp:txXfrm>
    </dsp:sp>
    <dsp:sp modelId="{CA080FA4-B79B-4106-AA5F-C451C3F86194}">
      <dsp:nvSpPr>
        <dsp:cNvPr id="0" name=""/>
        <dsp:cNvSpPr/>
      </dsp:nvSpPr>
      <dsp:spPr>
        <a:xfrm>
          <a:off x="0" y="1320875"/>
          <a:ext cx="2747166" cy="1255242"/>
        </a:xfrm>
        <a:prstGeom prst="roundRect">
          <a:avLst/>
        </a:prstGeom>
        <a:solidFill>
          <a:schemeClr val="accent2">
            <a:hueOff val="-378221"/>
            <a:satOff val="2462"/>
            <a:lumOff val="-19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dirty="0"/>
            <a:t>Financial</a:t>
          </a:r>
          <a:r>
            <a:rPr lang="en-GB" sz="1500" kern="1200" dirty="0"/>
            <a:t>:</a:t>
          </a:r>
          <a:endParaRPr lang="en-US" sz="1500" kern="1200" dirty="0"/>
        </a:p>
      </dsp:txBody>
      <dsp:txXfrm>
        <a:off x="61276" y="1382151"/>
        <a:ext cx="2624614" cy="1132690"/>
      </dsp:txXfrm>
    </dsp:sp>
    <dsp:sp modelId="{2B89211C-C029-47A0-A061-337AC3571CCF}">
      <dsp:nvSpPr>
        <dsp:cNvPr id="0" name=""/>
        <dsp:cNvSpPr/>
      </dsp:nvSpPr>
      <dsp:spPr>
        <a:xfrm rot="5400000">
          <a:off x="4686994" y="824576"/>
          <a:ext cx="1004194" cy="4883850"/>
        </a:xfrm>
        <a:prstGeom prst="round2SameRect">
          <a:avLst/>
        </a:prstGeom>
        <a:solidFill>
          <a:schemeClr val="accent2">
            <a:tint val="40000"/>
            <a:alpha val="90000"/>
            <a:hueOff val="-324721"/>
            <a:satOff val="3477"/>
            <a:lumOff val="174"/>
            <a:alphaOff val="0"/>
          </a:schemeClr>
        </a:solidFill>
        <a:ln w="9525" cap="flat" cmpd="sng" algn="ctr">
          <a:solidFill>
            <a:schemeClr val="accent2">
              <a:tint val="40000"/>
              <a:alpha val="90000"/>
              <a:hueOff val="-324721"/>
              <a:satOff val="3477"/>
              <a:lumOff val="17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b="1" kern="1200" dirty="0"/>
            <a:t>Customer Retention Rate</a:t>
          </a:r>
          <a:r>
            <a:rPr lang="en-GB" sz="1200" kern="1200" dirty="0"/>
            <a:t>: </a:t>
          </a:r>
          <a:r>
            <a:rPr lang="en-US" sz="1200" b="0" i="0" kern="1200" dirty="0"/>
            <a:t>Measures loyalty and repeat business.</a:t>
          </a:r>
          <a:endParaRPr lang="en-US" sz="1200" kern="1200" dirty="0"/>
        </a:p>
        <a:p>
          <a:pPr marL="114300" lvl="1" indent="-114300" algn="l" defTabSz="533400">
            <a:lnSpc>
              <a:spcPct val="90000"/>
            </a:lnSpc>
            <a:spcBef>
              <a:spcPct val="0"/>
            </a:spcBef>
            <a:spcAft>
              <a:spcPct val="15000"/>
            </a:spcAft>
            <a:buChar char="•"/>
          </a:pPr>
          <a:r>
            <a:rPr lang="en-GB" sz="1200" b="1" kern="1200" dirty="0"/>
            <a:t>Customer Satisfaction</a:t>
          </a:r>
          <a:r>
            <a:rPr lang="en-GB" sz="1200" kern="1200" dirty="0"/>
            <a:t>: </a:t>
          </a:r>
          <a:r>
            <a:rPr lang="en-US" sz="1200" b="0" i="0" kern="1200" dirty="0"/>
            <a:t>Obtain reviews of after-sales experience.</a:t>
          </a:r>
          <a:endParaRPr lang="en-US" sz="1200" kern="1200" dirty="0"/>
        </a:p>
      </dsp:txBody>
      <dsp:txXfrm rot="-5400000">
        <a:off x="2747167" y="2813425"/>
        <a:ext cx="4834829" cy="906152"/>
      </dsp:txXfrm>
    </dsp:sp>
    <dsp:sp modelId="{4DDE5BC7-9750-4E4E-8932-2685E9C942FC}">
      <dsp:nvSpPr>
        <dsp:cNvPr id="0" name=""/>
        <dsp:cNvSpPr/>
      </dsp:nvSpPr>
      <dsp:spPr>
        <a:xfrm>
          <a:off x="0" y="2638880"/>
          <a:ext cx="2747166" cy="1255242"/>
        </a:xfrm>
        <a:prstGeom prst="roundRect">
          <a:avLst/>
        </a:prstGeom>
        <a:solidFill>
          <a:schemeClr val="accent2">
            <a:hueOff val="-756442"/>
            <a:satOff val="4923"/>
            <a:lumOff val="-392"/>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Customer</a:t>
          </a:r>
          <a:r>
            <a:rPr lang="en-GB" sz="1500" kern="1200"/>
            <a:t>:</a:t>
          </a:r>
          <a:endParaRPr lang="en-US" sz="1500" kern="1200"/>
        </a:p>
      </dsp:txBody>
      <dsp:txXfrm>
        <a:off x="61276" y="2700156"/>
        <a:ext cx="2624614" cy="1132690"/>
      </dsp:txXfrm>
    </dsp:sp>
    <dsp:sp modelId="{69ECFC19-3572-4DCD-8F9E-DFFBB733FFBE}">
      <dsp:nvSpPr>
        <dsp:cNvPr id="0" name=""/>
        <dsp:cNvSpPr/>
      </dsp:nvSpPr>
      <dsp:spPr>
        <a:xfrm rot="5400000">
          <a:off x="4686994" y="2142580"/>
          <a:ext cx="1004194" cy="4883850"/>
        </a:xfrm>
        <a:prstGeom prst="round2SameRect">
          <a:avLst/>
        </a:prstGeom>
        <a:solidFill>
          <a:schemeClr val="accent2">
            <a:tint val="40000"/>
            <a:alpha val="90000"/>
            <a:hueOff val="-649442"/>
            <a:satOff val="6955"/>
            <a:lumOff val="347"/>
            <a:alphaOff val="0"/>
          </a:schemeClr>
        </a:solidFill>
        <a:ln w="9525" cap="flat" cmpd="sng" algn="ctr">
          <a:solidFill>
            <a:schemeClr val="accent2">
              <a:tint val="40000"/>
              <a:alpha val="90000"/>
              <a:hueOff val="-649442"/>
              <a:satOff val="6955"/>
              <a:lumOff val="34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b="1" kern="1200" dirty="0"/>
            <a:t>Order Fulfilment Time</a:t>
          </a:r>
          <a:r>
            <a:rPr lang="en-GB" sz="1200" kern="1200" dirty="0"/>
            <a:t>: </a:t>
          </a:r>
          <a:r>
            <a:rPr lang="en-US" sz="1200" b="0" i="0" kern="1200" dirty="0"/>
            <a:t>The average time cycle between an order being placed and delivered.</a:t>
          </a:r>
          <a:endParaRPr lang="en-US" sz="1200" kern="1200" dirty="0"/>
        </a:p>
        <a:p>
          <a:pPr marL="114300" lvl="1" indent="-114300" algn="l" defTabSz="533400">
            <a:lnSpc>
              <a:spcPct val="90000"/>
            </a:lnSpc>
            <a:spcBef>
              <a:spcPct val="0"/>
            </a:spcBef>
            <a:spcAft>
              <a:spcPct val="15000"/>
            </a:spcAft>
            <a:buChar char="•"/>
          </a:pPr>
          <a:r>
            <a:rPr lang="en-GB" sz="1200" b="1" kern="1200" dirty="0"/>
            <a:t>Supply Chain Efficiency</a:t>
          </a:r>
          <a:r>
            <a:rPr lang="en-GB" sz="1200" kern="1200" dirty="0"/>
            <a:t>: </a:t>
          </a:r>
          <a:r>
            <a:rPr lang="en-US" sz="1200" b="0" i="0" kern="1200" dirty="0"/>
            <a:t>Monitor inventory turn over, sources of ingredients.</a:t>
          </a:r>
          <a:endParaRPr lang="en-US" sz="1200" kern="1200" dirty="0"/>
        </a:p>
      </dsp:txBody>
      <dsp:txXfrm rot="-5400000">
        <a:off x="2747167" y="4131429"/>
        <a:ext cx="4834829" cy="906152"/>
      </dsp:txXfrm>
    </dsp:sp>
    <dsp:sp modelId="{2372FFBC-C6DD-4D78-A2B7-A4D40BB044AC}">
      <dsp:nvSpPr>
        <dsp:cNvPr id="0" name=""/>
        <dsp:cNvSpPr/>
      </dsp:nvSpPr>
      <dsp:spPr>
        <a:xfrm>
          <a:off x="0" y="3956884"/>
          <a:ext cx="2747166" cy="1255242"/>
        </a:xfrm>
        <a:prstGeom prst="roundRect">
          <a:avLst/>
        </a:prstGeom>
        <a:solidFill>
          <a:schemeClr val="accent2">
            <a:hueOff val="-1134662"/>
            <a:satOff val="7385"/>
            <a:lumOff val="-588"/>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Internal Processes</a:t>
          </a:r>
          <a:r>
            <a:rPr lang="en-GB" sz="1500" kern="1200"/>
            <a:t>:</a:t>
          </a:r>
          <a:endParaRPr lang="en-US" sz="1500" kern="1200"/>
        </a:p>
      </dsp:txBody>
      <dsp:txXfrm>
        <a:off x="61276" y="4018160"/>
        <a:ext cx="2624614" cy="1132690"/>
      </dsp:txXfrm>
    </dsp:sp>
    <dsp:sp modelId="{A2083BF8-6C39-466B-AAC1-680E2A41CBE5}">
      <dsp:nvSpPr>
        <dsp:cNvPr id="0" name=""/>
        <dsp:cNvSpPr/>
      </dsp:nvSpPr>
      <dsp:spPr>
        <a:xfrm rot="5400000">
          <a:off x="4686994" y="3460585"/>
          <a:ext cx="1004194" cy="4883850"/>
        </a:xfrm>
        <a:prstGeom prst="round2SameRect">
          <a:avLst/>
        </a:prstGeom>
        <a:solidFill>
          <a:schemeClr val="accent2">
            <a:tint val="40000"/>
            <a:alpha val="90000"/>
            <a:hueOff val="-974163"/>
            <a:satOff val="10432"/>
            <a:lumOff val="521"/>
            <a:alphaOff val="0"/>
          </a:schemeClr>
        </a:solidFill>
        <a:ln w="9525" cap="flat" cmpd="sng" algn="ctr">
          <a:solidFill>
            <a:schemeClr val="accent2">
              <a:tint val="40000"/>
              <a:alpha val="90000"/>
              <a:hueOff val="-974163"/>
              <a:satOff val="10432"/>
              <a:lumOff val="52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b="1" kern="1200" dirty="0"/>
            <a:t>Innovation Rate</a:t>
          </a:r>
          <a:r>
            <a:rPr lang="en-GB" sz="1200" kern="1200" dirty="0"/>
            <a:t>: </a:t>
          </a:r>
          <a:r>
            <a:rPr lang="en-US" sz="1200" b="0" i="0" kern="1200" dirty="0"/>
            <a:t>Measuring the volume of newly introduced products or items.</a:t>
          </a:r>
          <a:endParaRPr lang="en-US" sz="1200" kern="1200" dirty="0"/>
        </a:p>
        <a:p>
          <a:pPr marL="114300" lvl="1" indent="-114300" algn="l" defTabSz="533400">
            <a:lnSpc>
              <a:spcPct val="90000"/>
            </a:lnSpc>
            <a:spcBef>
              <a:spcPct val="0"/>
            </a:spcBef>
            <a:spcAft>
              <a:spcPct val="15000"/>
            </a:spcAft>
            <a:buChar char="•"/>
          </a:pPr>
          <a:r>
            <a:rPr lang="en-GB" sz="1200" b="1" kern="1200" dirty="0"/>
            <a:t>Employee Training</a:t>
          </a:r>
          <a:r>
            <a:rPr lang="en-GB" sz="1200" kern="1200" dirty="0"/>
            <a:t>: </a:t>
          </a:r>
          <a:r>
            <a:rPr lang="en-US" sz="1200" b="0" i="0" kern="1200" dirty="0"/>
            <a:t>Measuring overall hours devoted to employee education regarding customer service and nutritional knowledge.</a:t>
          </a:r>
          <a:endParaRPr lang="en-US" sz="1200" kern="1200" dirty="0"/>
        </a:p>
      </dsp:txBody>
      <dsp:txXfrm rot="-5400000">
        <a:off x="2747167" y="5449434"/>
        <a:ext cx="4834829" cy="906152"/>
      </dsp:txXfrm>
    </dsp:sp>
    <dsp:sp modelId="{AE504960-469B-4FB0-BE7C-EA5063FAB176}">
      <dsp:nvSpPr>
        <dsp:cNvPr id="0" name=""/>
        <dsp:cNvSpPr/>
      </dsp:nvSpPr>
      <dsp:spPr>
        <a:xfrm>
          <a:off x="0" y="5274889"/>
          <a:ext cx="2747166" cy="1255242"/>
        </a:xfrm>
        <a:prstGeom prst="roundRect">
          <a:avLst/>
        </a:prstGeom>
        <a:solidFill>
          <a:schemeClr val="accent2">
            <a:hueOff val="-1512883"/>
            <a:satOff val="9847"/>
            <a:lumOff val="-784"/>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Learning and Growth</a:t>
          </a:r>
          <a:r>
            <a:rPr lang="en-GB" sz="1500" kern="1200"/>
            <a:t>:</a:t>
          </a:r>
          <a:endParaRPr lang="en-US" sz="1500" kern="1200"/>
        </a:p>
      </dsp:txBody>
      <dsp:txXfrm>
        <a:off x="61276" y="5336165"/>
        <a:ext cx="2624614" cy="11326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9ADCB3-188E-4CD9-A99E-F53513E9FDCF}">
      <dsp:nvSpPr>
        <dsp:cNvPr id="0" name=""/>
        <dsp:cNvSpPr/>
      </dsp:nvSpPr>
      <dsp:spPr>
        <a:xfrm>
          <a:off x="0" y="705"/>
          <a:ext cx="6669431" cy="0"/>
        </a:xfrm>
        <a:prstGeom prst="line">
          <a:avLst/>
        </a:prstGeom>
        <a:solidFill>
          <a:schemeClr val="accent2">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D548DE1-20F4-4E71-BAE4-02C65675074E}">
      <dsp:nvSpPr>
        <dsp:cNvPr id="0" name=""/>
        <dsp:cNvSpPr/>
      </dsp:nvSpPr>
      <dsp:spPr>
        <a:xfrm>
          <a:off x="0" y="705"/>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dirty="0"/>
            <a:t>How large is the market for diet-conscious younger individuals?</a:t>
          </a:r>
          <a:endParaRPr lang="en-US" sz="1700" kern="1200" dirty="0"/>
        </a:p>
      </dsp:txBody>
      <dsp:txXfrm>
        <a:off x="0" y="705"/>
        <a:ext cx="6669431" cy="641843"/>
      </dsp:txXfrm>
    </dsp:sp>
    <dsp:sp modelId="{8909267A-3EB5-4698-9FB8-57674D8208CE}">
      <dsp:nvSpPr>
        <dsp:cNvPr id="0" name=""/>
        <dsp:cNvSpPr/>
      </dsp:nvSpPr>
      <dsp:spPr>
        <a:xfrm>
          <a:off x="0" y="642548"/>
          <a:ext cx="6669431" cy="0"/>
        </a:xfrm>
        <a:prstGeom prst="line">
          <a:avLst/>
        </a:prstGeom>
        <a:solidFill>
          <a:schemeClr val="accent2">
            <a:hueOff val="-189110"/>
            <a:satOff val="1231"/>
            <a:lumOff val="-98"/>
            <a:alphaOff val="0"/>
          </a:schemeClr>
        </a:solidFill>
        <a:ln w="9525" cap="flat" cmpd="sng" algn="ctr">
          <a:solidFill>
            <a:schemeClr val="accent2">
              <a:hueOff val="-189110"/>
              <a:satOff val="1231"/>
              <a:lumOff val="-9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0C8F87C-74EE-4D03-8B00-6ACD25CCA5E9}">
      <dsp:nvSpPr>
        <dsp:cNvPr id="0" name=""/>
        <dsp:cNvSpPr/>
      </dsp:nvSpPr>
      <dsp:spPr>
        <a:xfrm>
          <a:off x="0" y="642548"/>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dirty="0"/>
            <a:t>What trends or behaviours indicate a strong potential for engagement?</a:t>
          </a:r>
          <a:endParaRPr lang="en-US" sz="1700" kern="1200" dirty="0"/>
        </a:p>
      </dsp:txBody>
      <dsp:txXfrm>
        <a:off x="0" y="642548"/>
        <a:ext cx="6669431" cy="641843"/>
      </dsp:txXfrm>
    </dsp:sp>
    <dsp:sp modelId="{23C1A88C-1E7F-4239-BF5F-173ABC7ADC32}">
      <dsp:nvSpPr>
        <dsp:cNvPr id="0" name=""/>
        <dsp:cNvSpPr/>
      </dsp:nvSpPr>
      <dsp:spPr>
        <a:xfrm>
          <a:off x="0" y="1284391"/>
          <a:ext cx="6669431" cy="0"/>
        </a:xfrm>
        <a:prstGeom prst="line">
          <a:avLst/>
        </a:prstGeom>
        <a:solidFill>
          <a:schemeClr val="accent2">
            <a:hueOff val="-378221"/>
            <a:satOff val="2462"/>
            <a:lumOff val="-196"/>
            <a:alphaOff val="0"/>
          </a:schemeClr>
        </a:solidFill>
        <a:ln w="9525" cap="flat" cmpd="sng" algn="ctr">
          <a:solidFill>
            <a:schemeClr val="accent2">
              <a:hueOff val="-378221"/>
              <a:satOff val="2462"/>
              <a:lumOff val="-19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06D3D15-7A79-4D92-8243-465BD6220BAC}">
      <dsp:nvSpPr>
        <dsp:cNvPr id="0" name=""/>
        <dsp:cNvSpPr/>
      </dsp:nvSpPr>
      <dsp:spPr>
        <a:xfrm>
          <a:off x="0" y="1284391"/>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a:t>What are the spending patterns of the target group?</a:t>
          </a:r>
          <a:endParaRPr lang="en-US" sz="1700" kern="1200"/>
        </a:p>
      </dsp:txBody>
      <dsp:txXfrm>
        <a:off x="0" y="1284391"/>
        <a:ext cx="6669431" cy="641843"/>
      </dsp:txXfrm>
    </dsp:sp>
    <dsp:sp modelId="{855AE1BC-A68E-407C-992A-EDF55E176C90}">
      <dsp:nvSpPr>
        <dsp:cNvPr id="0" name=""/>
        <dsp:cNvSpPr/>
      </dsp:nvSpPr>
      <dsp:spPr>
        <a:xfrm>
          <a:off x="0" y="1926235"/>
          <a:ext cx="6669431" cy="0"/>
        </a:xfrm>
        <a:prstGeom prst="line">
          <a:avLst/>
        </a:prstGeom>
        <a:solidFill>
          <a:schemeClr val="accent2">
            <a:hueOff val="-567331"/>
            <a:satOff val="3693"/>
            <a:lumOff val="-294"/>
            <a:alphaOff val="0"/>
          </a:schemeClr>
        </a:solidFill>
        <a:ln w="9525" cap="flat" cmpd="sng" algn="ctr">
          <a:solidFill>
            <a:schemeClr val="accent2">
              <a:hueOff val="-567331"/>
              <a:satOff val="3693"/>
              <a:lumOff val="-29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B0263DD-12C5-4FC3-920C-F9512DD2339C}">
      <dsp:nvSpPr>
        <dsp:cNvPr id="0" name=""/>
        <dsp:cNvSpPr/>
      </dsp:nvSpPr>
      <dsp:spPr>
        <a:xfrm>
          <a:off x="0" y="1926235"/>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dirty="0"/>
            <a:t>What types of meals and services are they most interested in?</a:t>
          </a:r>
          <a:endParaRPr lang="en-US" sz="1700" kern="1200" dirty="0"/>
        </a:p>
      </dsp:txBody>
      <dsp:txXfrm>
        <a:off x="0" y="1926235"/>
        <a:ext cx="6669431" cy="641843"/>
      </dsp:txXfrm>
    </dsp:sp>
    <dsp:sp modelId="{C51ADDA3-F6E2-43FF-99D6-8980F8F05F31}">
      <dsp:nvSpPr>
        <dsp:cNvPr id="0" name=""/>
        <dsp:cNvSpPr/>
      </dsp:nvSpPr>
      <dsp:spPr>
        <a:xfrm>
          <a:off x="0" y="2568078"/>
          <a:ext cx="6669431" cy="0"/>
        </a:xfrm>
        <a:prstGeom prst="line">
          <a:avLst/>
        </a:prstGeom>
        <a:solidFill>
          <a:schemeClr val="accent2">
            <a:hueOff val="-756442"/>
            <a:satOff val="4923"/>
            <a:lumOff val="-392"/>
            <a:alphaOff val="0"/>
          </a:schemeClr>
        </a:solidFill>
        <a:ln w="9525" cap="flat" cmpd="sng" algn="ctr">
          <a:solidFill>
            <a:schemeClr val="accent2">
              <a:hueOff val="-756442"/>
              <a:satOff val="4923"/>
              <a:lumOff val="-39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D2A1FB3-F7E5-46D2-881A-52B24C6A349E}">
      <dsp:nvSpPr>
        <dsp:cNvPr id="0" name=""/>
        <dsp:cNvSpPr/>
      </dsp:nvSpPr>
      <dsp:spPr>
        <a:xfrm>
          <a:off x="0" y="2568078"/>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To what degree can revenue be expected from this newly identified target audience?</a:t>
          </a:r>
        </a:p>
      </dsp:txBody>
      <dsp:txXfrm>
        <a:off x="0" y="2568078"/>
        <a:ext cx="6669431" cy="641843"/>
      </dsp:txXfrm>
    </dsp:sp>
    <dsp:sp modelId="{535A4BED-192F-4969-A27C-E4C6521F606C}">
      <dsp:nvSpPr>
        <dsp:cNvPr id="0" name=""/>
        <dsp:cNvSpPr/>
      </dsp:nvSpPr>
      <dsp:spPr>
        <a:xfrm>
          <a:off x="0" y="3209921"/>
          <a:ext cx="6669431" cy="0"/>
        </a:xfrm>
        <a:prstGeom prst="line">
          <a:avLst/>
        </a:prstGeom>
        <a:solidFill>
          <a:schemeClr val="accent2">
            <a:hueOff val="-945552"/>
            <a:satOff val="6154"/>
            <a:lumOff val="-490"/>
            <a:alphaOff val="0"/>
          </a:schemeClr>
        </a:solidFill>
        <a:ln w="9525" cap="flat" cmpd="sng" algn="ctr">
          <a:solidFill>
            <a:schemeClr val="accent2">
              <a:hueOff val="-945552"/>
              <a:satOff val="6154"/>
              <a:lumOff val="-49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E79B2B5-2A7F-4C89-B6D5-0F949AE4E0DE}">
      <dsp:nvSpPr>
        <dsp:cNvPr id="0" name=""/>
        <dsp:cNvSpPr/>
      </dsp:nvSpPr>
      <dsp:spPr>
        <a:xfrm>
          <a:off x="0" y="3209921"/>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dirty="0"/>
            <a:t>What are the potential risks of focusing on this demographic?</a:t>
          </a:r>
          <a:endParaRPr lang="en-US" sz="1700" kern="1200" dirty="0"/>
        </a:p>
      </dsp:txBody>
      <dsp:txXfrm>
        <a:off x="0" y="3209921"/>
        <a:ext cx="6669431" cy="641843"/>
      </dsp:txXfrm>
    </dsp:sp>
    <dsp:sp modelId="{D316339C-5B2F-4BFC-BAAC-8977D93465C4}">
      <dsp:nvSpPr>
        <dsp:cNvPr id="0" name=""/>
        <dsp:cNvSpPr/>
      </dsp:nvSpPr>
      <dsp:spPr>
        <a:xfrm>
          <a:off x="0" y="3851764"/>
          <a:ext cx="6669431" cy="0"/>
        </a:xfrm>
        <a:prstGeom prst="line">
          <a:avLst/>
        </a:prstGeom>
        <a:solidFill>
          <a:schemeClr val="accent2">
            <a:hueOff val="-1134662"/>
            <a:satOff val="7385"/>
            <a:lumOff val="-588"/>
            <a:alphaOff val="0"/>
          </a:schemeClr>
        </a:solidFill>
        <a:ln w="9525" cap="flat" cmpd="sng" algn="ctr">
          <a:solidFill>
            <a:schemeClr val="accent2">
              <a:hueOff val="-1134662"/>
              <a:satOff val="7385"/>
              <a:lumOff val="-58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3F281AB-CC59-4BB2-BE0E-206CF7EFE6A6}">
      <dsp:nvSpPr>
        <dsp:cNvPr id="0" name=""/>
        <dsp:cNvSpPr/>
      </dsp:nvSpPr>
      <dsp:spPr>
        <a:xfrm>
          <a:off x="0" y="3851764"/>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dirty="0"/>
            <a:t>How can these risks be mitigated through data-driven strategies?</a:t>
          </a:r>
          <a:endParaRPr lang="en-US" sz="1700" kern="1200" dirty="0"/>
        </a:p>
      </dsp:txBody>
      <dsp:txXfrm>
        <a:off x="0" y="3851764"/>
        <a:ext cx="6669431" cy="641843"/>
      </dsp:txXfrm>
    </dsp:sp>
    <dsp:sp modelId="{1FF3DE58-340A-4FA1-BE68-805EE60F467C}">
      <dsp:nvSpPr>
        <dsp:cNvPr id="0" name=""/>
        <dsp:cNvSpPr/>
      </dsp:nvSpPr>
      <dsp:spPr>
        <a:xfrm>
          <a:off x="0" y="4493608"/>
          <a:ext cx="6669431" cy="0"/>
        </a:xfrm>
        <a:prstGeom prst="line">
          <a:avLst/>
        </a:prstGeom>
        <a:solidFill>
          <a:schemeClr val="accent2">
            <a:hueOff val="-1323773"/>
            <a:satOff val="8616"/>
            <a:lumOff val="-686"/>
            <a:alphaOff val="0"/>
          </a:schemeClr>
        </a:solidFill>
        <a:ln w="9525" cap="flat" cmpd="sng" algn="ctr">
          <a:solidFill>
            <a:schemeClr val="accent2">
              <a:hueOff val="-1323773"/>
              <a:satOff val="8616"/>
              <a:lumOff val="-68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520ADD7-6319-4557-8089-4B160E2014E3}">
      <dsp:nvSpPr>
        <dsp:cNvPr id="0" name=""/>
        <dsp:cNvSpPr/>
      </dsp:nvSpPr>
      <dsp:spPr>
        <a:xfrm>
          <a:off x="0" y="4493608"/>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What are the best sources of internal and external data to increase our knowledge and understanding of the target audience?</a:t>
          </a:r>
        </a:p>
      </dsp:txBody>
      <dsp:txXfrm>
        <a:off x="0" y="4493608"/>
        <a:ext cx="6669431" cy="641843"/>
      </dsp:txXfrm>
    </dsp:sp>
    <dsp:sp modelId="{77D2074F-FC61-43CE-BAC5-843BF1AD8FE5}">
      <dsp:nvSpPr>
        <dsp:cNvPr id="0" name=""/>
        <dsp:cNvSpPr/>
      </dsp:nvSpPr>
      <dsp:spPr>
        <a:xfrm>
          <a:off x="0" y="5135451"/>
          <a:ext cx="6669431" cy="0"/>
        </a:xfrm>
        <a:prstGeom prst="line">
          <a:avLst/>
        </a:prstGeom>
        <a:solidFill>
          <a:schemeClr val="accent2">
            <a:hueOff val="-1512883"/>
            <a:satOff val="9847"/>
            <a:lumOff val="-784"/>
            <a:alphaOff val="0"/>
          </a:schemeClr>
        </a:solidFill>
        <a:ln w="9525" cap="flat" cmpd="sng" algn="ctr">
          <a:solidFill>
            <a:schemeClr val="accent2">
              <a:hueOff val="-1512883"/>
              <a:satOff val="9847"/>
              <a:lumOff val="-78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240823F-1665-4E1A-BB2A-27655BB3AE81}">
      <dsp:nvSpPr>
        <dsp:cNvPr id="0" name=""/>
        <dsp:cNvSpPr/>
      </dsp:nvSpPr>
      <dsp:spPr>
        <a:xfrm>
          <a:off x="0" y="5135451"/>
          <a:ext cx="6669431" cy="64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dirty="0"/>
            <a:t>How can big data enhance our predictive capabilities for customer trends?</a:t>
          </a:r>
          <a:endParaRPr lang="en-US" sz="1700" kern="1200" dirty="0"/>
        </a:p>
      </dsp:txBody>
      <dsp:txXfrm>
        <a:off x="0" y="5135451"/>
        <a:ext cx="6669431" cy="6418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D4E915-8012-4B45-B5CE-069F1A573C78}">
      <dsp:nvSpPr>
        <dsp:cNvPr id="0" name=""/>
        <dsp:cNvSpPr/>
      </dsp:nvSpPr>
      <dsp:spPr>
        <a:xfrm>
          <a:off x="0" y="29228"/>
          <a:ext cx="6669431" cy="1123172"/>
        </a:xfrm>
        <a:prstGeom prst="roundRect">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b="1" kern="1200"/>
            <a:t>Based on NutriFit’s data-driven strategies, we predict:</a:t>
          </a:r>
          <a:endParaRPr lang="en-US" sz="1600" kern="1200" dirty="0"/>
        </a:p>
      </dsp:txBody>
      <dsp:txXfrm>
        <a:off x="54829" y="84057"/>
        <a:ext cx="6559773" cy="1013514"/>
      </dsp:txXfrm>
    </dsp:sp>
    <dsp:sp modelId="{9B31FC6C-706D-4FD3-9A5F-6BDFEF1F0E66}">
      <dsp:nvSpPr>
        <dsp:cNvPr id="0" name=""/>
        <dsp:cNvSpPr/>
      </dsp:nvSpPr>
      <dsp:spPr>
        <a:xfrm>
          <a:off x="0" y="1178321"/>
          <a:ext cx="6669431" cy="1123172"/>
        </a:xfrm>
        <a:prstGeom prst="roundRect">
          <a:avLst/>
        </a:prstGeom>
        <a:solidFill>
          <a:schemeClr val="accent2">
            <a:hueOff val="-378221"/>
            <a:satOff val="2462"/>
            <a:lumOff val="-19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dirty="0"/>
            <a:t>Wider Customer Base: </a:t>
          </a:r>
          <a:r>
            <a:rPr lang="en-US" sz="1600" b="0" i="0" kern="1200" dirty="0"/>
            <a:t>It is believed that targeted marketing and tailor-made meal plans will let customer acquisition increase by 20% in the next quarter.</a:t>
          </a:r>
          <a:endParaRPr lang="en-US" sz="1600" kern="1200" dirty="0"/>
        </a:p>
      </dsp:txBody>
      <dsp:txXfrm>
        <a:off x="54829" y="1233150"/>
        <a:ext cx="6559773" cy="1013514"/>
      </dsp:txXfrm>
    </dsp:sp>
    <dsp:sp modelId="{5CB8D4E0-73C3-4F48-A439-3468199056C2}">
      <dsp:nvSpPr>
        <dsp:cNvPr id="0" name=""/>
        <dsp:cNvSpPr/>
      </dsp:nvSpPr>
      <dsp:spPr>
        <a:xfrm>
          <a:off x="0" y="2327413"/>
          <a:ext cx="6669431" cy="1123172"/>
        </a:xfrm>
        <a:prstGeom prst="roundRect">
          <a:avLst/>
        </a:prstGeom>
        <a:solidFill>
          <a:schemeClr val="accent2">
            <a:hueOff val="-756442"/>
            <a:satOff val="4923"/>
            <a:lumOff val="-392"/>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dirty="0"/>
            <a:t>Higher Average Order Value: </a:t>
          </a:r>
          <a:r>
            <a:rPr lang="en-US" sz="1600" b="0" i="0" kern="1200" dirty="0"/>
            <a:t>The AOV can increase by 15% within six months with the introduction of premium add-ons and subscriptions.</a:t>
          </a:r>
          <a:endParaRPr lang="en-US" sz="1600" kern="1200" dirty="0"/>
        </a:p>
      </dsp:txBody>
      <dsp:txXfrm>
        <a:off x="54829" y="2382242"/>
        <a:ext cx="6559773" cy="1013514"/>
      </dsp:txXfrm>
    </dsp:sp>
    <dsp:sp modelId="{C5897D94-3EB2-4D97-AD35-263075EEC498}">
      <dsp:nvSpPr>
        <dsp:cNvPr id="0" name=""/>
        <dsp:cNvSpPr/>
      </dsp:nvSpPr>
      <dsp:spPr>
        <a:xfrm>
          <a:off x="0" y="3476506"/>
          <a:ext cx="6669431" cy="1123172"/>
        </a:xfrm>
        <a:prstGeom prst="roundRect">
          <a:avLst/>
        </a:prstGeom>
        <a:solidFill>
          <a:schemeClr val="accent2">
            <a:hueOff val="-1134662"/>
            <a:satOff val="7385"/>
            <a:lumOff val="-588"/>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dirty="0"/>
            <a:t>Reduced Operational Costs: </a:t>
          </a:r>
          <a:r>
            <a:rPr lang="en-US" sz="1600" b="0" i="0" kern="1200" dirty="0"/>
            <a:t>Improved inventory management and strategic ingredient sourcing are expected to cut supply costs by 10%, thus increasing profit margins</a:t>
          </a:r>
          <a:endParaRPr lang="en-US" sz="1600" kern="1200" dirty="0"/>
        </a:p>
      </dsp:txBody>
      <dsp:txXfrm>
        <a:off x="54829" y="3531335"/>
        <a:ext cx="6559773" cy="1013514"/>
      </dsp:txXfrm>
    </dsp:sp>
    <dsp:sp modelId="{B4F9A2D4-B904-414E-BD0D-87A1BB1679C1}">
      <dsp:nvSpPr>
        <dsp:cNvPr id="0" name=""/>
        <dsp:cNvSpPr/>
      </dsp:nvSpPr>
      <dsp:spPr>
        <a:xfrm>
          <a:off x="0" y="4625598"/>
          <a:ext cx="6669431" cy="1123172"/>
        </a:xfrm>
        <a:prstGeom prst="roundRect">
          <a:avLst/>
        </a:prstGeom>
        <a:solidFill>
          <a:schemeClr val="accent2">
            <a:hueOff val="-1512883"/>
            <a:satOff val="9847"/>
            <a:lumOff val="-784"/>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dirty="0"/>
            <a:t>Improved Customer Retention: It is anticipated as personalized meal choices and loyalty incentives are expected to boost repeat patronage by 25%.</a:t>
          </a:r>
          <a:endParaRPr lang="en-US" sz="1600" kern="1200" dirty="0"/>
        </a:p>
      </dsp:txBody>
      <dsp:txXfrm>
        <a:off x="54829" y="4680427"/>
        <a:ext cx="6559773" cy="101351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57BC5-579A-4E10-B6D4-6068C7D4366F}" type="datetimeFigureOut">
              <a:rPr lang="en-GB" smtClean="0"/>
              <a:t>10/11/2024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8E846-DAA4-4816-94B9-E7F080D967F0}" type="slidenum">
              <a:rPr lang="en-GB" smtClean="0"/>
              <a:t>‹#›</a:t>
            </a:fld>
            <a:endParaRPr lang="en-GB"/>
          </a:p>
        </p:txBody>
      </p:sp>
    </p:spTree>
    <p:extLst>
      <p:ext uri="{BB962C8B-B14F-4D97-AF65-F5344CB8AC3E}">
        <p14:creationId xmlns:p14="http://schemas.microsoft.com/office/powerpoint/2010/main" val="3113417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DA8E846-DAA4-4816-94B9-E7F080D967F0}" type="slidenum">
              <a:rPr lang="en-GB" smtClean="0"/>
              <a:t>15</a:t>
            </a:fld>
            <a:endParaRPr lang="en-GB"/>
          </a:p>
        </p:txBody>
      </p:sp>
    </p:spTree>
    <p:extLst>
      <p:ext uri="{BB962C8B-B14F-4D97-AF65-F5344CB8AC3E}">
        <p14:creationId xmlns:p14="http://schemas.microsoft.com/office/powerpoint/2010/main" val="233428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47191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151665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61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47737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236492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20301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397341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631491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547370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03804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11/10/2024</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243444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11/10/2024</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195939441"/>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5FE480-B26E-7553-EA23-4A9D80836365}"/>
              </a:ext>
            </a:extLst>
          </p:cNvPr>
          <p:cNvSpPr>
            <a:spLocks noGrp="1"/>
          </p:cNvSpPr>
          <p:nvPr>
            <p:ph type="ctrTitle"/>
          </p:nvPr>
        </p:nvSpPr>
        <p:spPr>
          <a:xfrm>
            <a:off x="1079510" y="4602162"/>
            <a:ext cx="4457690" cy="1720850"/>
          </a:xfrm>
        </p:spPr>
        <p:txBody>
          <a:bodyPr anchor="ctr">
            <a:normAutofit/>
          </a:bodyPr>
          <a:lstStyle/>
          <a:p>
            <a:pPr>
              <a:lnSpc>
                <a:spcPct val="90000"/>
              </a:lnSpc>
            </a:pPr>
            <a:r>
              <a:rPr lang="en-GB" sz="1800" dirty="0"/>
              <a:t>How can we leverage data science techniques to identify and understand the target audience best suited for </a:t>
            </a:r>
            <a:r>
              <a:rPr lang="en-GB" sz="1800" dirty="0">
                <a:solidFill>
                  <a:srgbClr val="FF0000"/>
                </a:solidFill>
              </a:rPr>
              <a:t>NutriFit</a:t>
            </a:r>
            <a:endParaRPr lang="en-IN" sz="1800" dirty="0">
              <a:solidFill>
                <a:srgbClr val="FF0000"/>
              </a:solidFill>
            </a:endParaRPr>
          </a:p>
        </p:txBody>
      </p:sp>
      <p:pic>
        <p:nvPicPr>
          <p:cNvPr id="7" name="Picture 6" descr="A heart shaped bowl with fruits and vegetables next to a stethoscope&#10;&#10;Description automatically generated">
            <a:extLst>
              <a:ext uri="{FF2B5EF4-FFF2-40B4-BE49-F238E27FC236}">
                <a16:creationId xmlns:a16="http://schemas.microsoft.com/office/drawing/2014/main" id="{C8828F5A-38DF-08CD-C6F8-130A2C741114}"/>
              </a:ext>
            </a:extLst>
          </p:cNvPr>
          <p:cNvPicPr>
            <a:picLocks noChangeAspect="1"/>
          </p:cNvPicPr>
          <p:nvPr/>
        </p:nvPicPr>
        <p:blipFill>
          <a:blip r:embed="rId2">
            <a:extLst>
              <a:ext uri="{28A0092B-C50C-407E-A947-70E740481C1C}">
                <a14:useLocalDpi xmlns:a14="http://schemas.microsoft.com/office/drawing/2010/main" val="0"/>
              </a:ext>
            </a:extLst>
          </a:blip>
          <a:srcRect t="23722" b="26946"/>
          <a:stretch/>
        </p:blipFill>
        <p:spPr>
          <a:xfrm>
            <a:off x="20" y="10"/>
            <a:ext cx="12191977" cy="4014777"/>
          </a:xfrm>
          <a:prstGeom prst="rect">
            <a:avLst/>
          </a:prstGeom>
        </p:spPr>
      </p:pic>
      <p:cxnSp>
        <p:nvCxnSpPr>
          <p:cNvPr id="40" name="Straight Connector 39">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13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3176C-65AB-4F3A-9519-3E2325914992}"/>
              </a:ext>
            </a:extLst>
          </p:cNvPr>
          <p:cNvSpPr>
            <a:spLocks noGrp="1"/>
          </p:cNvSpPr>
          <p:nvPr>
            <p:ph type="title"/>
          </p:nvPr>
        </p:nvSpPr>
        <p:spPr>
          <a:xfrm>
            <a:off x="541338" y="1079500"/>
            <a:ext cx="3322637" cy="4689475"/>
          </a:xfrm>
        </p:spPr>
        <p:txBody>
          <a:bodyPr anchor="ctr">
            <a:normAutofit/>
          </a:bodyPr>
          <a:lstStyle/>
          <a:p>
            <a:pPr algn="ctr"/>
            <a:r>
              <a:rPr lang="en-GB" dirty="0">
                <a:solidFill>
                  <a:schemeClr val="tx2">
                    <a:lumMod val="90000"/>
                  </a:schemeClr>
                </a:solidFill>
              </a:rPr>
              <a:t>content</a:t>
            </a:r>
            <a:endParaRPr lang="en-IN" dirty="0">
              <a:solidFill>
                <a:schemeClr val="tx2">
                  <a:lumMod val="90000"/>
                </a:schemeClr>
              </a:solidFill>
            </a:endParaRPr>
          </a:p>
        </p:txBody>
      </p:sp>
      <p:sp>
        <p:nvSpPr>
          <p:cNvPr id="33" name="Rectangle 32">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3" name="Content Placeholder 2">
            <a:extLst>
              <a:ext uri="{FF2B5EF4-FFF2-40B4-BE49-F238E27FC236}">
                <a16:creationId xmlns:a16="http://schemas.microsoft.com/office/drawing/2014/main" id="{04369D78-AEBC-F28E-EC3C-08579E5A8BA0}"/>
              </a:ext>
            </a:extLst>
          </p:cNvPr>
          <p:cNvGraphicFramePr>
            <a:graphicFrameLocks noGrp="1"/>
          </p:cNvGraphicFramePr>
          <p:nvPr>
            <p:ph idx="1"/>
            <p:extLst>
              <p:ext uri="{D42A27DB-BD31-4B8C-83A1-F6EECF244321}">
                <p14:modId xmlns:p14="http://schemas.microsoft.com/office/powerpoint/2010/main" val="2517705934"/>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1795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DCFBD7-5612-480F-BED3-7820176A5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8B539B-75E2-97FB-AA17-81C5232BA612}"/>
              </a:ext>
            </a:extLst>
          </p:cNvPr>
          <p:cNvSpPr>
            <a:spLocks noGrp="1"/>
          </p:cNvSpPr>
          <p:nvPr>
            <p:ph type="title"/>
          </p:nvPr>
        </p:nvSpPr>
        <p:spPr>
          <a:xfrm>
            <a:off x="1080000" y="1666874"/>
            <a:ext cx="4457200" cy="3521075"/>
          </a:xfrm>
        </p:spPr>
        <p:txBody>
          <a:bodyPr anchor="ctr">
            <a:normAutofit/>
          </a:bodyPr>
          <a:lstStyle/>
          <a:p>
            <a:pPr algn="ctr"/>
            <a:r>
              <a:rPr lang="en-GB" dirty="0"/>
              <a:t>Introduction to the business</a:t>
            </a:r>
            <a:endParaRPr lang="en-IN" dirty="0"/>
          </a:p>
        </p:txBody>
      </p:sp>
      <p:grpSp>
        <p:nvGrpSpPr>
          <p:cNvPr id="10" name="Group 9">
            <a:extLst>
              <a:ext uri="{FF2B5EF4-FFF2-40B4-BE49-F238E27FC236}">
                <a16:creationId xmlns:a16="http://schemas.microsoft.com/office/drawing/2014/main" id="{263531A3-FAAF-4F5C-AF87-916460053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671" y="408462"/>
            <a:ext cx="913428" cy="1032464"/>
            <a:chOff x="999771" y="932104"/>
            <a:chExt cx="913428" cy="1032464"/>
          </a:xfrm>
        </p:grpSpPr>
        <p:grpSp>
          <p:nvGrpSpPr>
            <p:cNvPr id="11" name="Group 10">
              <a:extLst>
                <a:ext uri="{FF2B5EF4-FFF2-40B4-BE49-F238E27FC236}">
                  <a16:creationId xmlns:a16="http://schemas.microsoft.com/office/drawing/2014/main" id="{F09EC0F0-36F6-475A-B313-91019F46E4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18" name="Freeform: Shape 17">
                <a:extLst>
                  <a:ext uri="{FF2B5EF4-FFF2-40B4-BE49-F238E27FC236}">
                    <a16:creationId xmlns:a16="http://schemas.microsoft.com/office/drawing/2014/main" id="{3E720176-168D-4875-B380-1FFAD166CC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6C3DF9F2-65C8-4063-9164-2DBD90E2A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2" name="Group 11">
              <a:extLst>
                <a:ext uri="{FF2B5EF4-FFF2-40B4-BE49-F238E27FC236}">
                  <a16:creationId xmlns:a16="http://schemas.microsoft.com/office/drawing/2014/main" id="{1DB23F83-9229-4C60-938A-F2CF20C27F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3" name="Freeform: Shape 12">
                <a:extLst>
                  <a:ext uri="{FF2B5EF4-FFF2-40B4-BE49-F238E27FC236}">
                    <a16:creationId xmlns:a16="http://schemas.microsoft.com/office/drawing/2014/main" id="{1ED4C557-D730-47E9-AC8A-884190A4E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Freeform: Shape 13">
                <a:extLst>
                  <a:ext uri="{FF2B5EF4-FFF2-40B4-BE49-F238E27FC236}">
                    <a16:creationId xmlns:a16="http://schemas.microsoft.com/office/drawing/2014/main" id="{8AA1D3F0-72CD-4C7B-8C03-2A50531F9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5" name="Group 14">
                <a:extLst>
                  <a:ext uri="{FF2B5EF4-FFF2-40B4-BE49-F238E27FC236}">
                    <a16:creationId xmlns:a16="http://schemas.microsoft.com/office/drawing/2014/main" id="{129409EB-5515-4925-83E4-F7C979ED0B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16" name="Straight Connector 15">
                  <a:extLst>
                    <a:ext uri="{FF2B5EF4-FFF2-40B4-BE49-F238E27FC236}">
                      <a16:creationId xmlns:a16="http://schemas.microsoft.com/office/drawing/2014/main" id="{2E18C444-B7B2-4918-AD29-D6CD204E5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974E9A-69BC-4453-9A9D-6036790B37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 name="Content Placeholder 2">
            <a:extLst>
              <a:ext uri="{FF2B5EF4-FFF2-40B4-BE49-F238E27FC236}">
                <a16:creationId xmlns:a16="http://schemas.microsoft.com/office/drawing/2014/main" id="{2E5774FE-38B1-2020-2716-D3B53F9BE9C7}"/>
              </a:ext>
            </a:extLst>
          </p:cNvPr>
          <p:cNvSpPr>
            <a:spLocks noGrp="1"/>
          </p:cNvSpPr>
          <p:nvPr>
            <p:ph idx="1"/>
          </p:nvPr>
        </p:nvSpPr>
        <p:spPr>
          <a:xfrm>
            <a:off x="6239655" y="174171"/>
            <a:ext cx="5767288" cy="6585859"/>
          </a:xfrm>
        </p:spPr>
        <p:txBody>
          <a:bodyPr anchor="ctr">
            <a:noAutofit/>
          </a:bodyPr>
          <a:lstStyle/>
          <a:p>
            <a:pPr>
              <a:buFont typeface="Wingdings" panose="05000000000000000000" pitchFamily="2" charset="2"/>
              <a:buChar char="Ø"/>
            </a:pPr>
            <a:r>
              <a:rPr lang="en-GB" sz="1800" dirty="0">
                <a:solidFill>
                  <a:schemeClr val="tx1"/>
                </a:solidFill>
              </a:rPr>
              <a:t>NutriFit is a cloud kitchen that is planning to provide tailored, nutritious meal plans based on individual dietary needs and health goals. NutriFit is planning to target the youth who prioritize health and convenience. For understanding the market better, they conducted a survey and gathered few insights. Below is a summary of the present market fit and landscape. </a:t>
            </a:r>
          </a:p>
          <a:p>
            <a:pPr>
              <a:buFont typeface="Wingdings" panose="05000000000000000000" pitchFamily="2" charset="2"/>
              <a:buChar char="Ø"/>
            </a:pPr>
            <a:endParaRPr lang="en-GB" sz="1800" b="1" dirty="0">
              <a:solidFill>
                <a:schemeClr val="tx1"/>
              </a:solidFill>
            </a:endParaRPr>
          </a:p>
          <a:p>
            <a:pPr>
              <a:buFont typeface="Wingdings" panose="05000000000000000000" pitchFamily="2" charset="2"/>
              <a:buChar char="Ø"/>
            </a:pPr>
            <a:r>
              <a:rPr lang="en-GB" sz="1800" b="1" dirty="0">
                <a:solidFill>
                  <a:schemeClr val="tx1"/>
                </a:solidFill>
              </a:rPr>
              <a:t>Key Statistics:</a:t>
            </a:r>
          </a:p>
          <a:p>
            <a:pPr marL="702900" lvl="1" indent="-342900">
              <a:buFont typeface="Arial" panose="020B0604020202020204" pitchFamily="34" charset="0"/>
              <a:buChar char="•"/>
            </a:pPr>
            <a:r>
              <a:rPr lang="en-US" sz="1800" dirty="0">
                <a:solidFill>
                  <a:schemeClr val="tx1"/>
                </a:solidFill>
              </a:rPr>
              <a:t>70% of those responded to our survey showed interest in meal services that would align with certain health goals.</a:t>
            </a:r>
            <a:endParaRPr lang="en-GB" sz="1800" dirty="0">
              <a:solidFill>
                <a:schemeClr val="tx1"/>
              </a:solidFill>
            </a:endParaRPr>
          </a:p>
          <a:p>
            <a:pPr marL="702900" lvl="1" indent="-342900">
              <a:buFont typeface="Arial" panose="020B0604020202020204" pitchFamily="34" charset="0"/>
              <a:buChar char="•"/>
            </a:pPr>
            <a:r>
              <a:rPr lang="en-US" sz="1800" dirty="0">
                <a:solidFill>
                  <a:schemeClr val="tx1"/>
                </a:solidFill>
              </a:rPr>
              <a:t>65% selected plant-based and low-carb food alternatives.</a:t>
            </a:r>
            <a:endParaRPr lang="en-GB" sz="1800" dirty="0">
              <a:solidFill>
                <a:schemeClr val="tx1"/>
              </a:solidFill>
            </a:endParaRPr>
          </a:p>
          <a:p>
            <a:pPr marL="702900" lvl="1" indent="-342900">
              <a:buFont typeface="Arial" panose="020B0604020202020204" pitchFamily="34" charset="0"/>
              <a:buChar char="•"/>
            </a:pPr>
            <a:r>
              <a:rPr lang="en-US" sz="1800" dirty="0">
                <a:solidFill>
                  <a:schemeClr val="tx1"/>
                </a:solidFill>
                <a:effectLst/>
              </a:rPr>
              <a:t>45% would be willing to pay more for a personalized meal plan.</a:t>
            </a:r>
            <a:endParaRPr lang="en-GB" sz="1800" dirty="0">
              <a:solidFill>
                <a:schemeClr val="tx1"/>
              </a:solidFill>
            </a:endParaRPr>
          </a:p>
        </p:txBody>
      </p:sp>
      <p:grpSp>
        <p:nvGrpSpPr>
          <p:cNvPr id="21" name="Group 20">
            <a:extLst>
              <a:ext uri="{FF2B5EF4-FFF2-40B4-BE49-F238E27FC236}">
                <a16:creationId xmlns:a16="http://schemas.microsoft.com/office/drawing/2014/main" id="{F73511A5-69DC-406F-AFE1-A7248A4CE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27954" y="5402020"/>
            <a:ext cx="912571" cy="1032464"/>
            <a:chOff x="5329995" y="4868671"/>
            <a:chExt cx="912571" cy="1032464"/>
          </a:xfrm>
        </p:grpSpPr>
        <p:grpSp>
          <p:nvGrpSpPr>
            <p:cNvPr id="22" name="Group 21">
              <a:extLst>
                <a:ext uri="{FF2B5EF4-FFF2-40B4-BE49-F238E27FC236}">
                  <a16:creationId xmlns:a16="http://schemas.microsoft.com/office/drawing/2014/main" id="{8D1B5CB3-BCAF-4109-B9F9-5FC34D383C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V="1">
              <a:off x="5376824" y="5010722"/>
              <a:ext cx="865742" cy="628383"/>
              <a:chOff x="558167" y="958515"/>
              <a:chExt cx="865742" cy="628383"/>
            </a:xfrm>
            <a:solidFill>
              <a:schemeClr val="accent3"/>
            </a:solidFill>
          </p:grpSpPr>
          <p:sp>
            <p:nvSpPr>
              <p:cNvPr id="29" name="Freeform: Shape 28">
                <a:extLst>
                  <a:ext uri="{FF2B5EF4-FFF2-40B4-BE49-F238E27FC236}">
                    <a16:creationId xmlns:a16="http://schemas.microsoft.com/office/drawing/2014/main" id="{1A1D338F-12B9-476D-9D9C-E55E4123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Freeform: Shape 29">
                <a:extLst>
                  <a:ext uri="{FF2B5EF4-FFF2-40B4-BE49-F238E27FC236}">
                    <a16:creationId xmlns:a16="http://schemas.microsoft.com/office/drawing/2014/main" id="{65EF7F9B-7A42-4B15-8511-C2968A4FE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B1952DB7-91C4-4C9C-AEC9-7DBA47F2F54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flipV="1">
              <a:off x="5329995" y="4868671"/>
              <a:ext cx="864005" cy="1032464"/>
              <a:chOff x="2207971" y="2384401"/>
              <a:chExt cx="864005" cy="1032464"/>
            </a:xfrm>
          </p:grpSpPr>
          <p:sp>
            <p:nvSpPr>
              <p:cNvPr id="24" name="Freeform: Shape 23">
                <a:extLst>
                  <a:ext uri="{FF2B5EF4-FFF2-40B4-BE49-F238E27FC236}">
                    <a16:creationId xmlns:a16="http://schemas.microsoft.com/office/drawing/2014/main" id="{1C2A575A-5190-4DE4-9DFE-F5974353E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a:extLst>
                  <a:ext uri="{FF2B5EF4-FFF2-40B4-BE49-F238E27FC236}">
                    <a16:creationId xmlns:a16="http://schemas.microsoft.com/office/drawing/2014/main" id="{3C7150A2-FFA7-4F7C-81C9-2FA3803FA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6" name="Group 25">
                <a:extLst>
                  <a:ext uri="{FF2B5EF4-FFF2-40B4-BE49-F238E27FC236}">
                    <a16:creationId xmlns:a16="http://schemas.microsoft.com/office/drawing/2014/main" id="{A7E7BC8E-8EF0-45B0-AE3F-6A6B7316C0D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7" name="Straight Connector 26">
                  <a:extLst>
                    <a:ext uri="{FF2B5EF4-FFF2-40B4-BE49-F238E27FC236}">
                      <a16:creationId xmlns:a16="http://schemas.microsoft.com/office/drawing/2014/main" id="{B8E09A32-931A-4C38-A558-274FA30070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988A58-B96D-4381-A625-6822161B21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91991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80E8-9CA8-EF0B-325F-663517AAC6E7}"/>
              </a:ext>
            </a:extLst>
          </p:cNvPr>
          <p:cNvSpPr>
            <a:spLocks noGrp="1"/>
          </p:cNvSpPr>
          <p:nvPr>
            <p:ph type="title"/>
          </p:nvPr>
        </p:nvSpPr>
        <p:spPr>
          <a:xfrm>
            <a:off x="463735" y="460059"/>
            <a:ext cx="6386680" cy="798399"/>
          </a:xfrm>
        </p:spPr>
        <p:txBody>
          <a:bodyPr>
            <a:normAutofit fontScale="90000"/>
          </a:bodyPr>
          <a:lstStyle/>
          <a:p>
            <a:r>
              <a:rPr lang="en-US" sz="2800" b="1" spc="538" dirty="0">
                <a:solidFill>
                  <a:schemeClr val="tx2">
                    <a:lumMod val="90000"/>
                  </a:schemeClr>
                </a:solidFill>
                <a:ea typeface="Oswald Bold"/>
                <a:cs typeface="Oswald Bold"/>
                <a:sym typeface="Oswald Bold"/>
              </a:rPr>
              <a:t>CURRENT BUSINESS PROCESS</a:t>
            </a:r>
            <a:br>
              <a:rPr lang="en-US" sz="2800" b="1" spc="538" dirty="0">
                <a:solidFill>
                  <a:schemeClr val="tx2">
                    <a:lumMod val="90000"/>
                  </a:schemeClr>
                </a:solidFill>
                <a:ea typeface="Oswald Bold"/>
                <a:cs typeface="Oswald Bold"/>
                <a:sym typeface="Oswald Bold"/>
              </a:rPr>
            </a:br>
            <a:endParaRPr lang="en-IN" dirty="0">
              <a:solidFill>
                <a:schemeClr val="tx2">
                  <a:lumMod val="90000"/>
                </a:schemeClr>
              </a:solidFill>
            </a:endParaRPr>
          </a:p>
        </p:txBody>
      </p:sp>
      <p:pic>
        <p:nvPicPr>
          <p:cNvPr id="7" name="Picture 6" descr="A diagram of market development&#10;&#10;Description automatically generated">
            <a:extLst>
              <a:ext uri="{FF2B5EF4-FFF2-40B4-BE49-F238E27FC236}">
                <a16:creationId xmlns:a16="http://schemas.microsoft.com/office/drawing/2014/main" id="{F7D6A9B5-5235-CDBD-8C33-29383F15C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329" y="1888671"/>
            <a:ext cx="5142140" cy="4212771"/>
          </a:xfrm>
          <a:prstGeom prst="rect">
            <a:avLst/>
          </a:prstGeom>
        </p:spPr>
      </p:pic>
      <p:sp>
        <p:nvSpPr>
          <p:cNvPr id="8" name="Oval 7">
            <a:extLst>
              <a:ext uri="{FF2B5EF4-FFF2-40B4-BE49-F238E27FC236}">
                <a16:creationId xmlns:a16="http://schemas.microsoft.com/office/drawing/2014/main" id="{9A3FAAA7-B6F8-5411-03C1-105C822D2333}"/>
              </a:ext>
            </a:extLst>
          </p:cNvPr>
          <p:cNvSpPr/>
          <p:nvPr/>
        </p:nvSpPr>
        <p:spPr>
          <a:xfrm>
            <a:off x="3048000" y="2743200"/>
            <a:ext cx="2220686" cy="1251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E491EF87-E351-DD38-6266-5AC0A9CFA61D}"/>
              </a:ext>
            </a:extLst>
          </p:cNvPr>
          <p:cNvSpPr txBox="1"/>
          <p:nvPr/>
        </p:nvSpPr>
        <p:spPr>
          <a:xfrm>
            <a:off x="3859512" y="1092075"/>
            <a:ext cx="4472975" cy="369332"/>
          </a:xfrm>
          <a:prstGeom prst="rect">
            <a:avLst/>
          </a:prstGeom>
          <a:noFill/>
        </p:spPr>
        <p:txBody>
          <a:bodyPr wrap="square" rtlCol="0">
            <a:spAutoFit/>
          </a:bodyPr>
          <a:lstStyle/>
          <a:p>
            <a:r>
              <a:rPr lang="en-GB" b="1" dirty="0"/>
              <a:t>Increase Revenue – Product Development</a:t>
            </a:r>
          </a:p>
        </p:txBody>
      </p:sp>
      <p:sp>
        <p:nvSpPr>
          <p:cNvPr id="3" name="TextBox 2">
            <a:extLst>
              <a:ext uri="{FF2B5EF4-FFF2-40B4-BE49-F238E27FC236}">
                <a16:creationId xmlns:a16="http://schemas.microsoft.com/office/drawing/2014/main" id="{1890068B-9E3A-0DC4-8744-89E11526334A}"/>
              </a:ext>
            </a:extLst>
          </p:cNvPr>
          <p:cNvSpPr txBox="1"/>
          <p:nvPr/>
        </p:nvSpPr>
        <p:spPr>
          <a:xfrm>
            <a:off x="5913400" y="1502688"/>
            <a:ext cx="5633884" cy="5355312"/>
          </a:xfrm>
          <a:prstGeom prst="rect">
            <a:avLst/>
          </a:prstGeom>
          <a:noFill/>
        </p:spPr>
        <p:txBody>
          <a:bodyPr wrap="square" rtlCol="0">
            <a:spAutoFit/>
          </a:bodyPr>
          <a:lstStyle/>
          <a:p>
            <a:r>
              <a:rPr lang="en-US" b="1" dirty="0"/>
              <a:t>Goal: </a:t>
            </a:r>
            <a:r>
              <a:rPr lang="en-US" dirty="0"/>
              <a:t>Drive revenue with top product offerings and enhancements in customer experience.</a:t>
            </a:r>
          </a:p>
          <a:p>
            <a:endParaRPr lang="en-US" dirty="0"/>
          </a:p>
          <a:p>
            <a:r>
              <a:rPr lang="en-US" dirty="0"/>
              <a:t>In its product development, NutriFit strives to drive revenue growth by:</a:t>
            </a:r>
          </a:p>
          <a:p>
            <a:endParaRPr lang="en-US" dirty="0"/>
          </a:p>
          <a:p>
            <a:r>
              <a:rPr lang="en-US" b="1" dirty="0"/>
              <a:t>1. Data-Driven Meal Customization: </a:t>
            </a:r>
            <a:r>
              <a:rPr lang="en-US" dirty="0"/>
              <a:t>By leveraging insights from surveys and demographic data, NutriFit creates meals that speak to highly popular dieting trends for example, keto or vegan. This personalization sparks customer engagement and repeat purchases.</a:t>
            </a:r>
          </a:p>
          <a:p>
            <a:endParaRPr lang="en-US" dirty="0"/>
          </a:p>
          <a:p>
            <a:r>
              <a:rPr lang="en-US" b="1" dirty="0"/>
              <a:t>2. Targeted Promotions: </a:t>
            </a:r>
          </a:p>
          <a:p>
            <a:r>
              <a:rPr lang="en-US" dirty="0"/>
              <a:t>NutriFit crafts promotional offers informed by insights into customer preference and budget, in a bid to drive trials and subscriptions that turn one-time customers into regulars.</a:t>
            </a:r>
            <a:endParaRPr lang="en-IN" dirty="0"/>
          </a:p>
        </p:txBody>
      </p:sp>
    </p:spTree>
    <p:extLst>
      <p:ext uri="{BB962C8B-B14F-4D97-AF65-F5344CB8AC3E}">
        <p14:creationId xmlns:p14="http://schemas.microsoft.com/office/powerpoint/2010/main" val="873880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2E980-9204-B906-E764-C14B15EC04AF}"/>
              </a:ext>
            </a:extLst>
          </p:cNvPr>
          <p:cNvSpPr>
            <a:spLocks noGrp="1"/>
          </p:cNvSpPr>
          <p:nvPr>
            <p:ph type="title"/>
          </p:nvPr>
        </p:nvSpPr>
        <p:spPr>
          <a:xfrm>
            <a:off x="541338" y="1079500"/>
            <a:ext cx="3322637" cy="4689475"/>
          </a:xfrm>
        </p:spPr>
        <p:txBody>
          <a:bodyPr anchor="ctr">
            <a:normAutofit/>
          </a:bodyPr>
          <a:lstStyle/>
          <a:p>
            <a:pPr algn="ctr"/>
            <a:r>
              <a:rPr lang="en-GB" dirty="0"/>
              <a:t>Data used in the business process</a:t>
            </a:r>
            <a:endParaRPr lang="en-IN" dirty="0"/>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89C33852-379B-6B00-0A4A-36990CDE6466}"/>
              </a:ext>
            </a:extLst>
          </p:cNvPr>
          <p:cNvGraphicFramePr>
            <a:graphicFrameLocks noGrp="1"/>
          </p:cNvGraphicFramePr>
          <p:nvPr>
            <p:ph idx="1"/>
            <p:extLst>
              <p:ext uri="{D42A27DB-BD31-4B8C-83A1-F6EECF244321}">
                <p14:modId xmlns:p14="http://schemas.microsoft.com/office/powerpoint/2010/main" val="3056548609"/>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7407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DCFBD7-5612-480F-BED3-7820176A5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841A1E-1F91-A4D7-1A47-25F2D301D5B5}"/>
              </a:ext>
            </a:extLst>
          </p:cNvPr>
          <p:cNvSpPr>
            <a:spLocks noGrp="1"/>
          </p:cNvSpPr>
          <p:nvPr>
            <p:ph type="title"/>
          </p:nvPr>
        </p:nvSpPr>
        <p:spPr>
          <a:xfrm>
            <a:off x="1080000" y="1666874"/>
            <a:ext cx="4457200" cy="3521075"/>
          </a:xfrm>
        </p:spPr>
        <p:txBody>
          <a:bodyPr anchor="ctr">
            <a:normAutofit/>
          </a:bodyPr>
          <a:lstStyle/>
          <a:p>
            <a:pPr algn="ctr"/>
            <a:r>
              <a:rPr lang="en-GB" dirty="0"/>
              <a:t>What analysis do we need to make?</a:t>
            </a:r>
            <a:br>
              <a:rPr lang="en-GB" dirty="0"/>
            </a:br>
            <a:endParaRPr lang="en-IN" dirty="0"/>
          </a:p>
        </p:txBody>
      </p:sp>
      <p:grpSp>
        <p:nvGrpSpPr>
          <p:cNvPr id="10" name="Group 9">
            <a:extLst>
              <a:ext uri="{FF2B5EF4-FFF2-40B4-BE49-F238E27FC236}">
                <a16:creationId xmlns:a16="http://schemas.microsoft.com/office/drawing/2014/main" id="{263531A3-FAAF-4F5C-AF87-916460053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671" y="408462"/>
            <a:ext cx="913428" cy="1032464"/>
            <a:chOff x="999771" y="932104"/>
            <a:chExt cx="913428" cy="1032464"/>
          </a:xfrm>
        </p:grpSpPr>
        <p:grpSp>
          <p:nvGrpSpPr>
            <p:cNvPr id="11" name="Group 10">
              <a:extLst>
                <a:ext uri="{FF2B5EF4-FFF2-40B4-BE49-F238E27FC236}">
                  <a16:creationId xmlns:a16="http://schemas.microsoft.com/office/drawing/2014/main" id="{F09EC0F0-36F6-475A-B313-91019F46E4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18" name="Freeform: Shape 17">
                <a:extLst>
                  <a:ext uri="{FF2B5EF4-FFF2-40B4-BE49-F238E27FC236}">
                    <a16:creationId xmlns:a16="http://schemas.microsoft.com/office/drawing/2014/main" id="{3E720176-168D-4875-B380-1FFAD166CC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6C3DF9F2-65C8-4063-9164-2DBD90E2A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2" name="Group 11">
              <a:extLst>
                <a:ext uri="{FF2B5EF4-FFF2-40B4-BE49-F238E27FC236}">
                  <a16:creationId xmlns:a16="http://schemas.microsoft.com/office/drawing/2014/main" id="{1DB23F83-9229-4C60-938A-F2CF20C27F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3" name="Freeform: Shape 12">
                <a:extLst>
                  <a:ext uri="{FF2B5EF4-FFF2-40B4-BE49-F238E27FC236}">
                    <a16:creationId xmlns:a16="http://schemas.microsoft.com/office/drawing/2014/main" id="{1ED4C557-D730-47E9-AC8A-884190A4E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Freeform: Shape 13">
                <a:extLst>
                  <a:ext uri="{FF2B5EF4-FFF2-40B4-BE49-F238E27FC236}">
                    <a16:creationId xmlns:a16="http://schemas.microsoft.com/office/drawing/2014/main" id="{8AA1D3F0-72CD-4C7B-8C03-2A50531F9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5" name="Group 14">
                <a:extLst>
                  <a:ext uri="{FF2B5EF4-FFF2-40B4-BE49-F238E27FC236}">
                    <a16:creationId xmlns:a16="http://schemas.microsoft.com/office/drawing/2014/main" id="{129409EB-5515-4925-83E4-F7C979ED0B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16" name="Straight Connector 15">
                  <a:extLst>
                    <a:ext uri="{FF2B5EF4-FFF2-40B4-BE49-F238E27FC236}">
                      <a16:creationId xmlns:a16="http://schemas.microsoft.com/office/drawing/2014/main" id="{2E18C444-B7B2-4918-AD29-D6CD204E5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974E9A-69BC-4453-9A9D-6036790B37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 name="Content Placeholder 2">
            <a:extLst>
              <a:ext uri="{FF2B5EF4-FFF2-40B4-BE49-F238E27FC236}">
                <a16:creationId xmlns:a16="http://schemas.microsoft.com/office/drawing/2014/main" id="{765B5293-B6F6-2A73-9B78-5C8252330D47}"/>
              </a:ext>
            </a:extLst>
          </p:cNvPr>
          <p:cNvSpPr>
            <a:spLocks noGrp="1"/>
          </p:cNvSpPr>
          <p:nvPr>
            <p:ph idx="1"/>
          </p:nvPr>
        </p:nvSpPr>
        <p:spPr>
          <a:xfrm>
            <a:off x="6287352" y="165252"/>
            <a:ext cx="5772479" cy="6488935"/>
          </a:xfrm>
        </p:spPr>
        <p:txBody>
          <a:bodyPr anchor="ctr">
            <a:normAutofit/>
          </a:bodyPr>
          <a:lstStyle/>
          <a:p>
            <a:pPr>
              <a:lnSpc>
                <a:spcPct val="115000"/>
              </a:lnSpc>
            </a:pPr>
            <a:endParaRPr lang="en-GB" sz="1300" dirty="0"/>
          </a:p>
          <a:p>
            <a:pPr>
              <a:lnSpc>
                <a:spcPct val="115000"/>
              </a:lnSpc>
            </a:pPr>
            <a:r>
              <a:rPr lang="en-GB" sz="1800" dirty="0"/>
              <a:t>User demographics: By analysing user demographics we can examine, for instance; what age group people are more inclined to opt for our service.</a:t>
            </a:r>
          </a:p>
          <a:p>
            <a:pPr>
              <a:lnSpc>
                <a:spcPct val="115000"/>
              </a:lnSpc>
            </a:pPr>
            <a:r>
              <a:rPr lang="en-GB" sz="1800" dirty="0"/>
              <a:t>Anthropometric analysis: We can examine, people falling under what BMI range are more interested in our service.</a:t>
            </a:r>
          </a:p>
          <a:p>
            <a:pPr>
              <a:lnSpc>
                <a:spcPct val="115000"/>
              </a:lnSpc>
            </a:pPr>
            <a:r>
              <a:rPr lang="en-GB" sz="1800" dirty="0"/>
              <a:t>Financial statistics: We can analyse correlation between prospective customer’s monthly income and the amount they’re willing to spend per week on our service.</a:t>
            </a:r>
          </a:p>
          <a:p>
            <a:pPr>
              <a:lnSpc>
                <a:spcPct val="115000"/>
              </a:lnSpc>
            </a:pPr>
            <a:r>
              <a:rPr lang="en-GB" sz="1800" dirty="0"/>
              <a:t>Fitness metrics: People with what sort of body goals are more interested in subscribing to our service.</a:t>
            </a:r>
          </a:p>
          <a:p>
            <a:pPr>
              <a:lnSpc>
                <a:spcPct val="115000"/>
              </a:lnSpc>
            </a:pPr>
            <a:r>
              <a:rPr lang="en-GB" sz="1800" dirty="0"/>
              <a:t>Consumption habits: Based on our prospective customers Consumption habits we can analyse the availability of resources needed to fulfil our customer’s requirements.</a:t>
            </a:r>
            <a:endParaRPr lang="en-IN" sz="1800" dirty="0"/>
          </a:p>
        </p:txBody>
      </p:sp>
      <p:grpSp>
        <p:nvGrpSpPr>
          <p:cNvPr id="21" name="Group 20">
            <a:extLst>
              <a:ext uri="{FF2B5EF4-FFF2-40B4-BE49-F238E27FC236}">
                <a16:creationId xmlns:a16="http://schemas.microsoft.com/office/drawing/2014/main" id="{F73511A5-69DC-406F-AFE1-A7248A4CE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27954" y="5402020"/>
            <a:ext cx="912571" cy="1032464"/>
            <a:chOff x="5329995" y="4868671"/>
            <a:chExt cx="912571" cy="1032464"/>
          </a:xfrm>
        </p:grpSpPr>
        <p:grpSp>
          <p:nvGrpSpPr>
            <p:cNvPr id="22" name="Group 21">
              <a:extLst>
                <a:ext uri="{FF2B5EF4-FFF2-40B4-BE49-F238E27FC236}">
                  <a16:creationId xmlns:a16="http://schemas.microsoft.com/office/drawing/2014/main" id="{8D1B5CB3-BCAF-4109-B9F9-5FC34D383C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V="1">
              <a:off x="5376824" y="5010722"/>
              <a:ext cx="865742" cy="628383"/>
              <a:chOff x="558167" y="958515"/>
              <a:chExt cx="865742" cy="628383"/>
            </a:xfrm>
            <a:solidFill>
              <a:schemeClr val="accent3"/>
            </a:solidFill>
          </p:grpSpPr>
          <p:sp>
            <p:nvSpPr>
              <p:cNvPr id="29" name="Freeform: Shape 28">
                <a:extLst>
                  <a:ext uri="{FF2B5EF4-FFF2-40B4-BE49-F238E27FC236}">
                    <a16:creationId xmlns:a16="http://schemas.microsoft.com/office/drawing/2014/main" id="{1A1D338F-12B9-476D-9D9C-E55E4123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Freeform: Shape 29">
                <a:extLst>
                  <a:ext uri="{FF2B5EF4-FFF2-40B4-BE49-F238E27FC236}">
                    <a16:creationId xmlns:a16="http://schemas.microsoft.com/office/drawing/2014/main" id="{65EF7F9B-7A42-4B15-8511-C2968A4FE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B1952DB7-91C4-4C9C-AEC9-7DBA47F2F54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flipV="1">
              <a:off x="5329995" y="4868671"/>
              <a:ext cx="864005" cy="1032464"/>
              <a:chOff x="2207971" y="2384401"/>
              <a:chExt cx="864005" cy="1032464"/>
            </a:xfrm>
          </p:grpSpPr>
          <p:sp>
            <p:nvSpPr>
              <p:cNvPr id="24" name="Freeform: Shape 23">
                <a:extLst>
                  <a:ext uri="{FF2B5EF4-FFF2-40B4-BE49-F238E27FC236}">
                    <a16:creationId xmlns:a16="http://schemas.microsoft.com/office/drawing/2014/main" id="{1C2A575A-5190-4DE4-9DFE-F5974353E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a:extLst>
                  <a:ext uri="{FF2B5EF4-FFF2-40B4-BE49-F238E27FC236}">
                    <a16:creationId xmlns:a16="http://schemas.microsoft.com/office/drawing/2014/main" id="{3C7150A2-FFA7-4F7C-81C9-2FA3803FA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6" name="Group 25">
                <a:extLst>
                  <a:ext uri="{FF2B5EF4-FFF2-40B4-BE49-F238E27FC236}">
                    <a16:creationId xmlns:a16="http://schemas.microsoft.com/office/drawing/2014/main" id="{A7E7BC8E-8EF0-45B0-AE3F-6A6B7316C0D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7" name="Straight Connector 26">
                  <a:extLst>
                    <a:ext uri="{FF2B5EF4-FFF2-40B4-BE49-F238E27FC236}">
                      <a16:creationId xmlns:a16="http://schemas.microsoft.com/office/drawing/2014/main" id="{B8E09A32-931A-4C38-A558-274FA30070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988A58-B96D-4381-A625-6822161B21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313658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701C0CAB-6A03-4C6A-9FAA-219847753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F982E0B2-AA9C-441C-A08E-A9DF9CF12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28046" y="4869342"/>
            <a:ext cx="1623711" cy="630920"/>
            <a:chOff x="9588346" y="4824892"/>
            <a:chExt cx="1623711" cy="630920"/>
          </a:xfrm>
        </p:grpSpPr>
        <p:sp>
          <p:nvSpPr>
            <p:cNvPr id="27" name="Freeform: Shape 26">
              <a:extLst>
                <a:ext uri="{FF2B5EF4-FFF2-40B4-BE49-F238E27FC236}">
                  <a16:creationId xmlns:a16="http://schemas.microsoft.com/office/drawing/2014/main" id="{A4A2E074-C10D-4C57-AB72-B631E4D7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0B037EB3-1772-4BA8-A95A-E5DBDFEA32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flipH="1">
              <a:off x="10112436" y="4359902"/>
              <a:ext cx="571820" cy="1620000"/>
              <a:chOff x="8482785" y="4330454"/>
              <a:chExt cx="571820" cy="1620000"/>
            </a:xfrm>
          </p:grpSpPr>
          <p:sp>
            <p:nvSpPr>
              <p:cNvPr id="29" name="Freeform: Shape 28">
                <a:extLst>
                  <a:ext uri="{FF2B5EF4-FFF2-40B4-BE49-F238E27FC236}">
                    <a16:creationId xmlns:a16="http://schemas.microsoft.com/office/drawing/2014/main" id="{A1F47AC1-63D0-47F3-9728-1A0A05434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0" name="Straight Connector 29">
                <a:extLst>
                  <a:ext uri="{FF2B5EF4-FFF2-40B4-BE49-F238E27FC236}">
                    <a16:creationId xmlns:a16="http://schemas.microsoft.com/office/drawing/2014/main" id="{803A57D6-0C36-4560-A08A-16768551EF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useBgFill="1">
        <p:nvSpPr>
          <p:cNvPr id="32" name="Rectangle 31">
            <a:extLst>
              <a:ext uri="{FF2B5EF4-FFF2-40B4-BE49-F238E27FC236}">
                <a16:creationId xmlns:a16="http://schemas.microsoft.com/office/drawing/2014/main" id="{922314F7-656D-4F4F-8050-CCD6FC0FC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BC5D05-E078-7057-0C96-742F838FF6EE}"/>
              </a:ext>
            </a:extLst>
          </p:cNvPr>
          <p:cNvSpPr>
            <a:spLocks noGrp="1"/>
          </p:cNvSpPr>
          <p:nvPr>
            <p:ph type="title"/>
          </p:nvPr>
        </p:nvSpPr>
        <p:spPr>
          <a:xfrm>
            <a:off x="1487280" y="751949"/>
            <a:ext cx="4768378" cy="1233890"/>
          </a:xfrm>
        </p:spPr>
        <p:txBody>
          <a:bodyPr vert="horz" lIns="0" tIns="0" rIns="0" bIns="0" rtlCol="0" anchor="ctr" anchorCtr="0">
            <a:normAutofit/>
          </a:bodyPr>
          <a:lstStyle/>
          <a:p>
            <a:pPr algn="ctr"/>
            <a:r>
              <a:rPr lang="en-US" dirty="0"/>
              <a:t>Big data sources</a:t>
            </a:r>
          </a:p>
        </p:txBody>
      </p:sp>
      <p:cxnSp>
        <p:nvCxnSpPr>
          <p:cNvPr id="34" name="Straight Connector 33">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71C39D90-764F-5F9E-2A9D-771A5E2A4ABC}"/>
              </a:ext>
            </a:extLst>
          </p:cNvPr>
          <p:cNvGraphicFramePr>
            <a:graphicFrameLocks noGrp="1"/>
          </p:cNvGraphicFramePr>
          <p:nvPr>
            <p:extLst>
              <p:ext uri="{D42A27DB-BD31-4B8C-83A1-F6EECF244321}">
                <p14:modId xmlns:p14="http://schemas.microsoft.com/office/powerpoint/2010/main" val="4266815021"/>
              </p:ext>
            </p:extLst>
          </p:nvPr>
        </p:nvGraphicFramePr>
        <p:xfrm>
          <a:off x="0" y="1662239"/>
          <a:ext cx="12192001" cy="5195759"/>
        </p:xfrm>
        <a:graphic>
          <a:graphicData uri="http://schemas.openxmlformats.org/drawingml/2006/table">
            <a:tbl>
              <a:tblPr firstRow="1" bandRow="1">
                <a:tableStyleId>{D27102A9-8310-4765-A935-A1911B00CA55}</a:tableStyleId>
              </a:tblPr>
              <a:tblGrid>
                <a:gridCol w="2906234">
                  <a:extLst>
                    <a:ext uri="{9D8B030D-6E8A-4147-A177-3AD203B41FA5}">
                      <a16:colId xmlns:a16="http://schemas.microsoft.com/office/drawing/2014/main" val="964950733"/>
                    </a:ext>
                  </a:extLst>
                </a:gridCol>
                <a:gridCol w="3902960">
                  <a:extLst>
                    <a:ext uri="{9D8B030D-6E8A-4147-A177-3AD203B41FA5}">
                      <a16:colId xmlns:a16="http://schemas.microsoft.com/office/drawing/2014/main" val="767315258"/>
                    </a:ext>
                  </a:extLst>
                </a:gridCol>
                <a:gridCol w="5382807">
                  <a:extLst>
                    <a:ext uri="{9D8B030D-6E8A-4147-A177-3AD203B41FA5}">
                      <a16:colId xmlns:a16="http://schemas.microsoft.com/office/drawing/2014/main" val="293531742"/>
                    </a:ext>
                  </a:extLst>
                </a:gridCol>
              </a:tblGrid>
              <a:tr h="1020350">
                <a:tc>
                  <a:txBody>
                    <a:bodyPr/>
                    <a:lstStyle/>
                    <a:p>
                      <a:endParaRPr lang="en-GB" sz="1600" b="0" cap="none" spc="0" dirty="0">
                        <a:solidFill>
                          <a:schemeClr val="tx1"/>
                        </a:solidFill>
                      </a:endParaRPr>
                    </a:p>
                    <a:p>
                      <a:pPr algn="ctr"/>
                      <a:r>
                        <a:rPr lang="en-GB" sz="1600" b="1" cap="none" spc="0" dirty="0">
                          <a:solidFill>
                            <a:schemeClr val="tx1"/>
                          </a:solidFill>
                        </a:rPr>
                        <a:t>Data Sources</a:t>
                      </a:r>
                      <a:endParaRPr lang="en-IN" sz="1600" b="1" cap="none" spc="0" dirty="0">
                        <a:solidFill>
                          <a:schemeClr val="tx1"/>
                        </a:solidFill>
                      </a:endParaRPr>
                    </a:p>
                  </a:txBody>
                  <a:tcPr marL="32078" marR="32078" marT="32078" marB="64156" anchor="b"/>
                </a:tc>
                <a:tc>
                  <a:txBody>
                    <a:bodyPr/>
                    <a:lstStyle/>
                    <a:p>
                      <a:pPr algn="ctr"/>
                      <a:r>
                        <a:rPr lang="en-GB" sz="1600" b="1" cap="none" spc="0" dirty="0">
                          <a:solidFill>
                            <a:schemeClr val="tx1"/>
                          </a:solidFill>
                        </a:rPr>
                        <a:t>Attributes</a:t>
                      </a:r>
                      <a:endParaRPr lang="en-IN" sz="1600" b="1" cap="none" spc="0" dirty="0">
                        <a:solidFill>
                          <a:schemeClr val="tx1"/>
                        </a:solidFill>
                      </a:endParaRPr>
                    </a:p>
                  </a:txBody>
                  <a:tcPr marL="32078" marR="32078" marT="32078" marB="64156" anchor="b"/>
                </a:tc>
                <a:tc>
                  <a:txBody>
                    <a:bodyPr/>
                    <a:lstStyle/>
                    <a:p>
                      <a:pPr algn="ctr"/>
                      <a:r>
                        <a:rPr lang="en-GB" sz="1600" b="1" cap="none" spc="0" dirty="0">
                          <a:solidFill>
                            <a:schemeClr val="tx1"/>
                          </a:solidFill>
                        </a:rPr>
                        <a:t>Scoring</a:t>
                      </a:r>
                      <a:endParaRPr lang="en-IN" sz="1600" b="1" cap="none" spc="0" dirty="0">
                        <a:solidFill>
                          <a:schemeClr val="tx1"/>
                        </a:solidFill>
                      </a:endParaRPr>
                    </a:p>
                  </a:txBody>
                  <a:tcPr marL="32078" marR="32078" marT="32078" marB="64156" anchor="b"/>
                </a:tc>
                <a:extLst>
                  <a:ext uri="{0D108BD9-81ED-4DB2-BD59-A6C34878D82A}">
                    <a16:rowId xmlns:a16="http://schemas.microsoft.com/office/drawing/2014/main" val="3908697066"/>
                  </a:ext>
                </a:extLst>
              </a:tr>
              <a:tr h="1391803">
                <a:tc>
                  <a:txBody>
                    <a:bodyPr/>
                    <a:lstStyle/>
                    <a:p>
                      <a:r>
                        <a:rPr lang="en-IN" sz="1400" cap="none" spc="0" dirty="0">
                          <a:solidFill>
                            <a:schemeClr val="tx1"/>
                          </a:solidFill>
                        </a:rPr>
                        <a:t>Prospective Customer Data</a:t>
                      </a:r>
                    </a:p>
                  </a:txBody>
                  <a:tcPr marL="32078" marR="32078" marT="32078" marB="64156"/>
                </a:tc>
                <a:tc>
                  <a:txBody>
                    <a:bodyPr/>
                    <a:lstStyle/>
                    <a:p>
                      <a:r>
                        <a:rPr lang="en-IN" sz="1400" cap="none" spc="0" dirty="0">
                          <a:solidFill>
                            <a:schemeClr val="tx1"/>
                          </a:solidFill>
                        </a:rPr>
                        <a:t>Age, gender, region, personal details</a:t>
                      </a:r>
                    </a:p>
                  </a:txBody>
                  <a:tcPr marL="32078" marR="32078" marT="32078" marB="64156"/>
                </a:tc>
                <a:tc>
                  <a:txBody>
                    <a:bodyPr/>
                    <a:lstStyle/>
                    <a:p>
                      <a:r>
                        <a:rPr lang="en-US" sz="1400" b="0" i="0" kern="1200" dirty="0">
                          <a:solidFill>
                            <a:schemeClr val="tx1"/>
                          </a:solidFill>
                          <a:effectLst/>
                          <a:latin typeface="+mn-lt"/>
                          <a:ea typeface="+mn-ea"/>
                          <a:cs typeface="+mn-cs"/>
                        </a:rPr>
                        <a:t>We could further use clustering algorithms to group the prospects into different clusters based on their demographic profiles. This would enable targeting of marketing and tailored service recommendations at a finer level of granularity.</a:t>
                      </a:r>
                      <a:endParaRPr lang="en-IN" sz="1400" cap="none" spc="0" dirty="0">
                        <a:solidFill>
                          <a:schemeClr val="tx1"/>
                        </a:solidFill>
                      </a:endParaRPr>
                    </a:p>
                  </a:txBody>
                  <a:tcPr marL="32078" marR="32078" marT="32078" marB="64156"/>
                </a:tc>
                <a:extLst>
                  <a:ext uri="{0D108BD9-81ED-4DB2-BD59-A6C34878D82A}">
                    <a16:rowId xmlns:a16="http://schemas.microsoft.com/office/drawing/2014/main" val="3385547620"/>
                  </a:ext>
                </a:extLst>
              </a:tr>
              <a:tr h="1391803">
                <a:tc>
                  <a:txBody>
                    <a:bodyPr/>
                    <a:lstStyle/>
                    <a:p>
                      <a:r>
                        <a:rPr lang="en-GB" sz="1400" cap="none" spc="0" dirty="0">
                          <a:solidFill>
                            <a:schemeClr val="tx1"/>
                          </a:solidFill>
                        </a:rPr>
                        <a:t>Data Collected from the Survey</a:t>
                      </a:r>
                      <a:endParaRPr lang="en-IN" sz="1400" cap="none" spc="0" dirty="0">
                        <a:solidFill>
                          <a:schemeClr val="tx1"/>
                        </a:solidFill>
                      </a:endParaRPr>
                    </a:p>
                  </a:txBody>
                  <a:tcPr marL="32078" marR="32078" marT="32078" marB="64156"/>
                </a:tc>
                <a:tc>
                  <a:txBody>
                    <a:bodyPr/>
                    <a:lstStyle/>
                    <a:p>
                      <a:r>
                        <a:rPr lang="en-GB" sz="1400" cap="none" spc="0" dirty="0">
                          <a:solidFill>
                            <a:schemeClr val="tx1"/>
                          </a:solidFill>
                        </a:rPr>
                        <a:t>Target group, budget, meal preference, occupation</a:t>
                      </a:r>
                      <a:endParaRPr lang="en-IN" sz="1400" cap="none" spc="0" dirty="0">
                        <a:solidFill>
                          <a:schemeClr val="tx1"/>
                        </a:solidFill>
                      </a:endParaRPr>
                    </a:p>
                  </a:txBody>
                  <a:tcPr marL="32078" marR="32078" marT="32078" marB="64156"/>
                </a:tc>
                <a:tc>
                  <a:txBody>
                    <a:bodyPr/>
                    <a:lstStyle/>
                    <a:p>
                      <a:r>
                        <a:rPr lang="en-US" sz="1400" b="0" i="0" kern="1200" dirty="0">
                          <a:solidFill>
                            <a:schemeClr val="tx1"/>
                          </a:solidFill>
                          <a:effectLst/>
                          <a:latin typeface="+mn-lt"/>
                          <a:ea typeface="+mn-ea"/>
                          <a:cs typeface="+mn-cs"/>
                        </a:rPr>
                        <a:t>The predictive analytics can be applied to survey data in order to find out the customer segments most likely to adopt our service, hence enabling one to target the campaigns and offerings.</a:t>
                      </a:r>
                      <a:endParaRPr lang="en-IN" sz="1400" cap="none" spc="0" dirty="0">
                        <a:solidFill>
                          <a:schemeClr val="tx1"/>
                        </a:solidFill>
                      </a:endParaRPr>
                    </a:p>
                  </a:txBody>
                  <a:tcPr marL="32078" marR="32078" marT="32078" marB="64156"/>
                </a:tc>
                <a:extLst>
                  <a:ext uri="{0D108BD9-81ED-4DB2-BD59-A6C34878D82A}">
                    <a16:rowId xmlns:a16="http://schemas.microsoft.com/office/drawing/2014/main" val="1501385159"/>
                  </a:ext>
                </a:extLst>
              </a:tr>
              <a:tr h="1391803">
                <a:tc>
                  <a:txBody>
                    <a:bodyPr/>
                    <a:lstStyle/>
                    <a:p>
                      <a:r>
                        <a:rPr lang="en-IN" sz="1400" cap="none" spc="0" dirty="0">
                          <a:solidFill>
                            <a:schemeClr val="tx1"/>
                          </a:solidFill>
                        </a:rPr>
                        <a:t>Dietary Trends</a:t>
                      </a:r>
                    </a:p>
                  </a:txBody>
                  <a:tcPr marL="32078" marR="32078" marT="32078" marB="64156"/>
                </a:tc>
                <a:tc>
                  <a:txBody>
                    <a:bodyPr/>
                    <a:lstStyle/>
                    <a:p>
                      <a:r>
                        <a:rPr lang="en-IN" sz="1400" cap="none" spc="0" dirty="0">
                          <a:solidFill>
                            <a:schemeClr val="tx1"/>
                          </a:solidFill>
                        </a:rPr>
                        <a:t>Popular diet types, trend analysis over time</a:t>
                      </a:r>
                    </a:p>
                  </a:txBody>
                  <a:tcPr marL="32078" marR="32078" marT="32078" marB="64156"/>
                </a:tc>
                <a:tc>
                  <a:txBody>
                    <a:bodyPr/>
                    <a:lstStyle/>
                    <a:p>
                      <a:r>
                        <a:rPr lang="en-US" sz="1400" b="0" i="0" kern="1200" dirty="0">
                          <a:solidFill>
                            <a:schemeClr val="tx1"/>
                          </a:solidFill>
                          <a:effectLst/>
                          <a:latin typeface="+mn-lt"/>
                          <a:ea typeface="+mn-ea"/>
                          <a:cs typeface="+mn-cs"/>
                        </a:rPr>
                        <a:t>Web scrapping is used to systematically search the Internet for emerging trends in dieting, utilizing sentiment analysis on social media platforms and health forums. This allows us to keep our product offerings in line with customer interests, maintaining our competitive edge.</a:t>
                      </a:r>
                      <a:endParaRPr lang="en-IN" sz="1400" cap="none" spc="0" dirty="0">
                        <a:solidFill>
                          <a:schemeClr val="tx1"/>
                        </a:solidFill>
                      </a:endParaRPr>
                    </a:p>
                  </a:txBody>
                  <a:tcPr marL="32078" marR="32078" marT="32078" marB="64156"/>
                </a:tc>
                <a:extLst>
                  <a:ext uri="{0D108BD9-81ED-4DB2-BD59-A6C34878D82A}">
                    <a16:rowId xmlns:a16="http://schemas.microsoft.com/office/drawing/2014/main" val="2896560475"/>
                  </a:ext>
                </a:extLst>
              </a:tr>
            </a:tbl>
          </a:graphicData>
        </a:graphic>
      </p:graphicFrame>
    </p:spTree>
    <p:extLst>
      <p:ext uri="{BB962C8B-B14F-4D97-AF65-F5344CB8AC3E}">
        <p14:creationId xmlns:p14="http://schemas.microsoft.com/office/powerpoint/2010/main" val="3418660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CD4351D-451D-D5B6-9E45-A92CE756C0AE}"/>
              </a:ext>
            </a:extLst>
          </p:cNvPr>
          <p:cNvGraphicFramePr>
            <a:graphicFrameLocks noGrp="1"/>
          </p:cNvGraphicFramePr>
          <p:nvPr>
            <p:ph idx="1"/>
            <p:extLst>
              <p:ext uri="{D42A27DB-BD31-4B8C-83A1-F6EECF244321}">
                <p14:modId xmlns:p14="http://schemas.microsoft.com/office/powerpoint/2010/main" val="565900809"/>
              </p:ext>
            </p:extLst>
          </p:nvPr>
        </p:nvGraphicFramePr>
        <p:xfrm>
          <a:off x="0" y="0"/>
          <a:ext cx="12192000" cy="6858000"/>
        </p:xfrm>
        <a:graphic>
          <a:graphicData uri="http://schemas.openxmlformats.org/drawingml/2006/table">
            <a:tbl>
              <a:tblPr firstRow="1" bandRow="1">
                <a:tableStyleId>{D27102A9-8310-4765-A935-A1911B00CA55}</a:tableStyleId>
              </a:tblPr>
              <a:tblGrid>
                <a:gridCol w="3421626">
                  <a:extLst>
                    <a:ext uri="{9D8B030D-6E8A-4147-A177-3AD203B41FA5}">
                      <a16:colId xmlns:a16="http://schemas.microsoft.com/office/drawing/2014/main" val="964950733"/>
                    </a:ext>
                  </a:extLst>
                </a:gridCol>
                <a:gridCol w="3519948">
                  <a:extLst>
                    <a:ext uri="{9D8B030D-6E8A-4147-A177-3AD203B41FA5}">
                      <a16:colId xmlns:a16="http://schemas.microsoft.com/office/drawing/2014/main" val="767315258"/>
                    </a:ext>
                  </a:extLst>
                </a:gridCol>
                <a:gridCol w="5250426">
                  <a:extLst>
                    <a:ext uri="{9D8B030D-6E8A-4147-A177-3AD203B41FA5}">
                      <a16:colId xmlns:a16="http://schemas.microsoft.com/office/drawing/2014/main" val="293531742"/>
                    </a:ext>
                  </a:extLst>
                </a:gridCol>
              </a:tblGrid>
              <a:tr h="1472019">
                <a:tc>
                  <a:txBody>
                    <a:bodyPr/>
                    <a:lstStyle/>
                    <a:p>
                      <a:endParaRPr lang="en-IN" dirty="0"/>
                    </a:p>
                    <a:p>
                      <a:endParaRPr lang="en-IN" dirty="0"/>
                    </a:p>
                    <a:p>
                      <a:endParaRPr lang="en-IN" dirty="0"/>
                    </a:p>
                    <a:p>
                      <a:pPr algn="ctr"/>
                      <a:r>
                        <a:rPr lang="en-IN" dirty="0"/>
                        <a:t>Data Sources</a:t>
                      </a:r>
                    </a:p>
                  </a:txBody>
                  <a:tcPr/>
                </a:tc>
                <a:tc>
                  <a:txBody>
                    <a:bodyPr/>
                    <a:lstStyle/>
                    <a:p>
                      <a:endParaRPr lang="en-GB" dirty="0"/>
                    </a:p>
                    <a:p>
                      <a:endParaRPr lang="en-GB" dirty="0"/>
                    </a:p>
                    <a:p>
                      <a:endParaRPr lang="en-GB" dirty="0"/>
                    </a:p>
                    <a:p>
                      <a:pPr algn="ctr"/>
                      <a:r>
                        <a:rPr lang="en-GB" dirty="0"/>
                        <a:t>Attributes</a:t>
                      </a:r>
                      <a:endParaRPr lang="en-IN" dirty="0"/>
                    </a:p>
                  </a:txBody>
                  <a:tcPr/>
                </a:tc>
                <a:tc>
                  <a:txBody>
                    <a:bodyPr/>
                    <a:lstStyle/>
                    <a:p>
                      <a:endParaRPr lang="en-GB" dirty="0"/>
                    </a:p>
                    <a:p>
                      <a:endParaRPr lang="en-GB" dirty="0"/>
                    </a:p>
                    <a:p>
                      <a:endParaRPr lang="en-GB" dirty="0"/>
                    </a:p>
                    <a:p>
                      <a:pPr algn="ctr"/>
                      <a:r>
                        <a:rPr lang="en-GB" dirty="0"/>
                        <a:t>Scoring</a:t>
                      </a:r>
                      <a:endParaRPr lang="en-IN" dirty="0"/>
                    </a:p>
                  </a:txBody>
                  <a:tcPr/>
                </a:tc>
                <a:extLst>
                  <a:ext uri="{0D108BD9-81ED-4DB2-BD59-A6C34878D82A}">
                    <a16:rowId xmlns:a16="http://schemas.microsoft.com/office/drawing/2014/main" val="3908697066"/>
                  </a:ext>
                </a:extLst>
              </a:tr>
              <a:tr h="1811215">
                <a:tc>
                  <a:txBody>
                    <a:bodyPr/>
                    <a:lstStyle/>
                    <a:p>
                      <a:r>
                        <a:rPr lang="en-IN" dirty="0"/>
                        <a:t>Competitors</a:t>
                      </a:r>
                    </a:p>
                  </a:txBody>
                  <a:tcPr/>
                </a:tc>
                <a:tc>
                  <a:txBody>
                    <a:bodyPr/>
                    <a:lstStyle/>
                    <a:p>
                      <a:r>
                        <a:rPr lang="en-IN" dirty="0"/>
                        <a:t>Pricing, promotions, customer offers</a:t>
                      </a:r>
                    </a:p>
                  </a:txBody>
                  <a:tcPr/>
                </a:tc>
                <a:tc>
                  <a:txBody>
                    <a:bodyPr/>
                    <a:lstStyle/>
                    <a:p>
                      <a:r>
                        <a:rPr lang="en-US" dirty="0"/>
                        <a:t>Competitor's data is gathered through web scraping technologies and public sources, which allows for sentiment analysis and optimal pricing strategy identification to meet market needs.</a:t>
                      </a:r>
                      <a:endParaRPr lang="en-IN" dirty="0"/>
                    </a:p>
                  </a:txBody>
                  <a:tcPr/>
                </a:tc>
                <a:extLst>
                  <a:ext uri="{0D108BD9-81ED-4DB2-BD59-A6C34878D82A}">
                    <a16:rowId xmlns:a16="http://schemas.microsoft.com/office/drawing/2014/main" val="3385547620"/>
                  </a:ext>
                </a:extLst>
              </a:tr>
              <a:tr h="1787383">
                <a:tc>
                  <a:txBody>
                    <a:bodyPr/>
                    <a:lstStyle/>
                    <a:p>
                      <a:r>
                        <a:rPr lang="en-GB" dirty="0"/>
                        <a:t>Diet Preferences of Prospective Customers</a:t>
                      </a:r>
                      <a:endParaRPr lang="en-IN" dirty="0"/>
                    </a:p>
                  </a:txBody>
                  <a:tcPr/>
                </a:tc>
                <a:tc>
                  <a:txBody>
                    <a:bodyPr/>
                    <a:lstStyle/>
                    <a:p>
                      <a:r>
                        <a:rPr lang="en-GB" dirty="0"/>
                        <a:t>Preferred diet type, allergy information, health goals</a:t>
                      </a:r>
                      <a:endParaRPr lang="en-IN" dirty="0"/>
                    </a:p>
                  </a:txBody>
                  <a:tcPr/>
                </a:tc>
                <a:tc>
                  <a:txBody>
                    <a:bodyPr/>
                    <a:lstStyle/>
                    <a:p>
                      <a:r>
                        <a:rPr lang="en-US" dirty="0"/>
                        <a:t>We can use machine learning models to analyze customer diet preferences and tailor the meal plans—_personalized at scale—for better customer satisfaction and increased retention.</a:t>
                      </a:r>
                      <a:endParaRPr lang="en-IN" dirty="0"/>
                    </a:p>
                  </a:txBody>
                  <a:tcPr/>
                </a:tc>
                <a:extLst>
                  <a:ext uri="{0D108BD9-81ED-4DB2-BD59-A6C34878D82A}">
                    <a16:rowId xmlns:a16="http://schemas.microsoft.com/office/drawing/2014/main" val="1501385159"/>
                  </a:ext>
                </a:extLst>
              </a:tr>
              <a:tr h="1787383">
                <a:tc>
                  <a:txBody>
                    <a:bodyPr/>
                    <a:lstStyle/>
                    <a:p>
                      <a:r>
                        <a:rPr lang="en-IN" dirty="0"/>
                        <a:t>Availability of Ingredients</a:t>
                      </a:r>
                    </a:p>
                  </a:txBody>
                  <a:tcPr/>
                </a:tc>
                <a:tc>
                  <a:txBody>
                    <a:bodyPr/>
                    <a:lstStyle/>
                    <a:p>
                      <a:r>
                        <a:rPr lang="en-IN" dirty="0"/>
                        <a:t>Regional ingredient availability, seasonality</a:t>
                      </a:r>
                    </a:p>
                  </a:txBody>
                  <a:tcPr/>
                </a:tc>
                <a:tc>
                  <a:txBody>
                    <a:bodyPr/>
                    <a:lstStyle/>
                    <a:p>
                      <a:r>
                        <a:rPr lang="en-US" dirty="0"/>
                        <a:t>Integration of real-time external data sources on ingredient availability allows predictive analytics to maintain inventory effectively and reduce costs without causing any disturbances in the supply chain.</a:t>
                      </a:r>
                      <a:endParaRPr lang="en-IN" dirty="0"/>
                    </a:p>
                  </a:txBody>
                  <a:tcPr/>
                </a:tc>
                <a:extLst>
                  <a:ext uri="{0D108BD9-81ED-4DB2-BD59-A6C34878D82A}">
                    <a16:rowId xmlns:a16="http://schemas.microsoft.com/office/drawing/2014/main" val="2896560475"/>
                  </a:ext>
                </a:extLst>
              </a:tr>
            </a:tbl>
          </a:graphicData>
        </a:graphic>
      </p:graphicFrame>
    </p:spTree>
    <p:extLst>
      <p:ext uri="{BB962C8B-B14F-4D97-AF65-F5344CB8AC3E}">
        <p14:creationId xmlns:p14="http://schemas.microsoft.com/office/powerpoint/2010/main" val="1433558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701C0CAB-6A03-4C6A-9FAA-219847753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F982E0B2-AA9C-441C-A08E-A9DF9CF12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28046" y="4869342"/>
            <a:ext cx="1623711" cy="630920"/>
            <a:chOff x="9588346" y="4824892"/>
            <a:chExt cx="1623711" cy="630920"/>
          </a:xfrm>
        </p:grpSpPr>
        <p:sp>
          <p:nvSpPr>
            <p:cNvPr id="39" name="Freeform: Shape 12">
              <a:extLst>
                <a:ext uri="{FF2B5EF4-FFF2-40B4-BE49-F238E27FC236}">
                  <a16:creationId xmlns:a16="http://schemas.microsoft.com/office/drawing/2014/main" id="{A4A2E074-C10D-4C57-AB72-B631E4D7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0B037EB3-1772-4BA8-A95A-E5DBDFEA32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flipH="1">
              <a:off x="10112436" y="4359902"/>
              <a:ext cx="571820" cy="1620000"/>
              <a:chOff x="8482785" y="4330454"/>
              <a:chExt cx="571820" cy="1620000"/>
            </a:xfrm>
          </p:grpSpPr>
          <p:sp>
            <p:nvSpPr>
              <p:cNvPr id="40" name="Freeform: Shape 14">
                <a:extLst>
                  <a:ext uri="{FF2B5EF4-FFF2-40B4-BE49-F238E27FC236}">
                    <a16:creationId xmlns:a16="http://schemas.microsoft.com/office/drawing/2014/main" id="{A1F47AC1-63D0-47F3-9728-1A0A05434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803A57D6-0C36-4560-A08A-16768551EF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useBgFill="1">
        <p:nvSpPr>
          <p:cNvPr id="41" name="Rectangle 40">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7C8EE6-C22A-F66C-727E-39403EAF937F}"/>
              </a:ext>
            </a:extLst>
          </p:cNvPr>
          <p:cNvSpPr>
            <a:spLocks noGrp="1"/>
          </p:cNvSpPr>
          <p:nvPr>
            <p:ph type="title"/>
          </p:nvPr>
        </p:nvSpPr>
        <p:spPr>
          <a:xfrm>
            <a:off x="1084234" y="463514"/>
            <a:ext cx="10023531" cy="430887"/>
          </a:xfrm>
        </p:spPr>
        <p:txBody>
          <a:bodyPr vert="horz" lIns="0" tIns="0" rIns="0" bIns="0" rtlCol="0" anchor="b" anchorCtr="0">
            <a:normAutofit/>
          </a:bodyPr>
          <a:lstStyle/>
          <a:p>
            <a:pPr algn="ctr"/>
            <a:r>
              <a:rPr lang="en-US" dirty="0"/>
              <a:t>Analytical Application</a:t>
            </a:r>
          </a:p>
        </p:txBody>
      </p:sp>
      <p:cxnSp>
        <p:nvCxnSpPr>
          <p:cNvPr id="42" name="Straight Connector 41">
            <a:extLst>
              <a:ext uri="{FF2B5EF4-FFF2-40B4-BE49-F238E27FC236}">
                <a16:creationId xmlns:a16="http://schemas.microsoft.com/office/drawing/2014/main" id="{9E7C23BC-DAA6-40E1-8166-B8C4439D1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1911592"/>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screenshot of a computer&#10;&#10;Description automatically generated">
            <a:extLst>
              <a:ext uri="{FF2B5EF4-FFF2-40B4-BE49-F238E27FC236}">
                <a16:creationId xmlns:a16="http://schemas.microsoft.com/office/drawing/2014/main" id="{F7BACAED-3B6C-3CF2-A14A-4D098A1A4A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0891"/>
            <a:ext cx="12192000" cy="5769251"/>
          </a:xfrm>
          <a:prstGeom prst="rect">
            <a:avLst/>
          </a:prstGeom>
        </p:spPr>
      </p:pic>
    </p:spTree>
    <p:extLst>
      <p:ext uri="{BB962C8B-B14F-4D97-AF65-F5344CB8AC3E}">
        <p14:creationId xmlns:p14="http://schemas.microsoft.com/office/powerpoint/2010/main" val="3681155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1" name="Straight Connector 30">
            <a:extLst>
              <a:ext uri="{FF2B5EF4-FFF2-40B4-BE49-F238E27FC236}">
                <a16:creationId xmlns:a16="http://schemas.microsoft.com/office/drawing/2014/main" id="{701C0CAB-6A03-4C6A-9FAA-219847753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982E0B2-AA9C-441C-A08E-A9DF9CF12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28046" y="4869342"/>
            <a:ext cx="1623711" cy="630920"/>
            <a:chOff x="9588346" y="4824892"/>
            <a:chExt cx="1623711" cy="630920"/>
          </a:xfrm>
        </p:grpSpPr>
        <p:sp>
          <p:nvSpPr>
            <p:cNvPr id="34" name="Freeform: Shape 33">
              <a:extLst>
                <a:ext uri="{FF2B5EF4-FFF2-40B4-BE49-F238E27FC236}">
                  <a16:creationId xmlns:a16="http://schemas.microsoft.com/office/drawing/2014/main" id="{A4A2E074-C10D-4C57-AB72-B631E4D7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0B037EB3-1772-4BA8-A95A-E5DBDFEA32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flipH="1">
              <a:off x="10112436" y="4359902"/>
              <a:ext cx="571820" cy="1620000"/>
              <a:chOff x="8482785" y="4330454"/>
              <a:chExt cx="571820" cy="1620000"/>
            </a:xfrm>
          </p:grpSpPr>
          <p:sp>
            <p:nvSpPr>
              <p:cNvPr id="36" name="Freeform: Shape 35">
                <a:extLst>
                  <a:ext uri="{FF2B5EF4-FFF2-40B4-BE49-F238E27FC236}">
                    <a16:creationId xmlns:a16="http://schemas.microsoft.com/office/drawing/2014/main" id="{A1F47AC1-63D0-47F3-9728-1A0A05434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7" name="Straight Connector 36">
                <a:extLst>
                  <a:ext uri="{FF2B5EF4-FFF2-40B4-BE49-F238E27FC236}">
                    <a16:creationId xmlns:a16="http://schemas.microsoft.com/office/drawing/2014/main" id="{803A57D6-0C36-4560-A08A-16768551EF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useBgFill="1">
        <p:nvSpPr>
          <p:cNvPr id="39" name="Rectangle 3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A037F5-8001-D557-CB57-EDCBD7AB80AF}"/>
              </a:ext>
            </a:extLst>
          </p:cNvPr>
          <p:cNvSpPr txBox="1"/>
          <p:nvPr/>
        </p:nvSpPr>
        <p:spPr>
          <a:xfrm>
            <a:off x="1400537" y="-58734"/>
            <a:ext cx="9710266" cy="1303005"/>
          </a:xfrm>
          <a:prstGeom prst="rect">
            <a:avLst/>
          </a:prstGeom>
        </p:spPr>
        <p:txBody>
          <a:bodyPr vert="horz" lIns="0" tIns="0" rIns="0" bIns="0" rtlCol="0" anchor="ctr" anchorCtr="0">
            <a:normAutofit/>
          </a:bodyPr>
          <a:lstStyle/>
          <a:p>
            <a:pPr algn="ctr">
              <a:spcBef>
                <a:spcPct val="0"/>
              </a:spcBef>
              <a:spcAft>
                <a:spcPts val="600"/>
              </a:spcAft>
            </a:pPr>
            <a:r>
              <a:rPr lang="en-US" sz="2800" cap="all" spc="400" dirty="0">
                <a:latin typeface="+mj-lt"/>
                <a:ea typeface="+mj-ea"/>
                <a:cs typeface="+mj-cs"/>
              </a:rPr>
              <a:t>Live ANALYTICAL APPLICATION</a:t>
            </a:r>
          </a:p>
        </p:txBody>
      </p:sp>
      <p:cxnSp>
        <p:nvCxnSpPr>
          <p:cNvPr id="41" name="Straight Connector 4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3" name="Rectangle 42">
            <a:extLst>
              <a:ext uri="{FF2B5EF4-FFF2-40B4-BE49-F238E27FC236}">
                <a16:creationId xmlns:a16="http://schemas.microsoft.com/office/drawing/2014/main" id="{FD7373BA-7FC2-49C2-9DF2-F4FABEA61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43212"/>
            <a:ext cx="12192000" cy="4014787"/>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5" name="Add-in 14">
                <a:extLst>
                  <a:ext uri="{FF2B5EF4-FFF2-40B4-BE49-F238E27FC236}">
                    <a16:creationId xmlns:a16="http://schemas.microsoft.com/office/drawing/2014/main" id="{195E8065-971D-407B-0B73-04C2C5D1D78E}"/>
                  </a:ext>
                </a:extLst>
              </p:cNvPr>
              <p:cNvGraphicFramePr>
                <a:graphicFrameLocks noGrp="1"/>
              </p:cNvGraphicFramePr>
              <p:nvPr>
                <p:extLst>
                  <p:ext uri="{D42A27DB-BD31-4B8C-83A1-F6EECF244321}">
                    <p14:modId xmlns:p14="http://schemas.microsoft.com/office/powerpoint/2010/main" val="391619551"/>
                  </p:ext>
                </p:extLst>
              </p:nvPr>
            </p:nvGraphicFramePr>
            <p:xfrm>
              <a:off x="-1" y="1805651"/>
              <a:ext cx="12191995" cy="505234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5" name="Add-in 14">
                <a:extLst>
                  <a:ext uri="{FF2B5EF4-FFF2-40B4-BE49-F238E27FC236}">
                    <a16:creationId xmlns:a16="http://schemas.microsoft.com/office/drawing/2014/main" id="{195E8065-971D-407B-0B73-04C2C5D1D78E}"/>
                  </a:ext>
                </a:extLst>
              </p:cNvPr>
              <p:cNvPicPr>
                <a:picLocks noGrp="1" noRot="1" noChangeAspect="1" noMove="1" noResize="1" noEditPoints="1" noAdjustHandles="1" noChangeArrowheads="1" noChangeShapeType="1"/>
              </p:cNvPicPr>
              <p:nvPr/>
            </p:nvPicPr>
            <p:blipFill>
              <a:blip r:embed="rId3"/>
              <a:stretch>
                <a:fillRect/>
              </a:stretch>
            </p:blipFill>
            <p:spPr>
              <a:xfrm>
                <a:off x="-1" y="1805651"/>
                <a:ext cx="12191995" cy="5052347"/>
              </a:xfrm>
              <a:prstGeom prst="rect">
                <a:avLst/>
              </a:prstGeom>
            </p:spPr>
          </p:pic>
        </mc:Fallback>
      </mc:AlternateContent>
    </p:spTree>
    <p:extLst>
      <p:ext uri="{BB962C8B-B14F-4D97-AF65-F5344CB8AC3E}">
        <p14:creationId xmlns:p14="http://schemas.microsoft.com/office/powerpoint/2010/main" val="2242145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B44489-C304-66B8-4845-EA056F18983A}"/>
              </a:ext>
            </a:extLst>
          </p:cNvPr>
          <p:cNvSpPr>
            <a:spLocks noGrp="1"/>
          </p:cNvSpPr>
          <p:nvPr>
            <p:ph type="title"/>
          </p:nvPr>
        </p:nvSpPr>
        <p:spPr>
          <a:xfrm>
            <a:off x="541338" y="1079500"/>
            <a:ext cx="3322637" cy="4689475"/>
          </a:xfrm>
        </p:spPr>
        <p:txBody>
          <a:bodyPr anchor="ctr">
            <a:normAutofit/>
          </a:bodyPr>
          <a:lstStyle/>
          <a:p>
            <a:pPr algn="ctr">
              <a:lnSpc>
                <a:spcPct val="90000"/>
              </a:lnSpc>
            </a:pPr>
            <a:r>
              <a:rPr lang="en-US" b="1" spc="441" dirty="0">
                <a:ea typeface="Oswald Bold"/>
                <a:cs typeface="Oswald Bold"/>
                <a:sym typeface="Oswald Bold"/>
              </a:rPr>
              <a:t>EXPLANATION OF A RELATIONSHIP BETWEEN ONE VARIABLE AND AN OUTCOME THAT INFLUENCES VALUE IN THE BUSINESS</a:t>
            </a:r>
            <a:br>
              <a:rPr lang="en-US" b="1" spc="441" dirty="0">
                <a:latin typeface="Oswald Bold"/>
                <a:ea typeface="Oswald Bold"/>
                <a:cs typeface="Oswald Bold"/>
                <a:sym typeface="Oswald Bold"/>
              </a:rPr>
            </a:br>
            <a:endParaRPr lang="en-IN" dirty="0"/>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78664D57-A46C-315F-AB44-24B416DCE368}"/>
              </a:ext>
            </a:extLst>
          </p:cNvPr>
          <p:cNvGraphicFramePr>
            <a:graphicFrameLocks noGrp="1"/>
          </p:cNvGraphicFramePr>
          <p:nvPr>
            <p:ph idx="1"/>
            <p:extLst>
              <p:ext uri="{D42A27DB-BD31-4B8C-83A1-F6EECF244321}">
                <p14:modId xmlns:p14="http://schemas.microsoft.com/office/powerpoint/2010/main" val="328283434"/>
              </p:ext>
            </p:extLst>
          </p:nvPr>
        </p:nvGraphicFramePr>
        <p:xfrm>
          <a:off x="4527664" y="-9"/>
          <a:ext cx="7524521" cy="6769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2992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59A026-5B4B-B38B-1543-EACE224EC2D0}"/>
              </a:ext>
            </a:extLst>
          </p:cNvPr>
          <p:cNvSpPr>
            <a:spLocks noGrp="1"/>
          </p:cNvSpPr>
          <p:nvPr>
            <p:ph type="title"/>
          </p:nvPr>
        </p:nvSpPr>
        <p:spPr>
          <a:xfrm>
            <a:off x="541338" y="1079500"/>
            <a:ext cx="3322637" cy="4689475"/>
          </a:xfrm>
        </p:spPr>
        <p:txBody>
          <a:bodyPr anchor="ctr">
            <a:normAutofit/>
          </a:bodyPr>
          <a:lstStyle/>
          <a:p>
            <a:pPr algn="ctr"/>
            <a:r>
              <a:rPr lang="en-GB" b="1" dirty="0"/>
              <a:t>Balanced Scorecard</a:t>
            </a:r>
            <a:br>
              <a:rPr lang="en-GB" dirty="0"/>
            </a:br>
            <a:endParaRPr lang="en-IN"/>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D07FD44E-1F1F-CA9A-BD76-139777C1B979}"/>
              </a:ext>
            </a:extLst>
          </p:cNvPr>
          <p:cNvGraphicFramePr>
            <a:graphicFrameLocks noGrp="1"/>
          </p:cNvGraphicFramePr>
          <p:nvPr>
            <p:ph idx="1"/>
            <p:extLst>
              <p:ext uri="{D42A27DB-BD31-4B8C-83A1-F6EECF244321}">
                <p14:modId xmlns:p14="http://schemas.microsoft.com/office/powerpoint/2010/main" val="3846599082"/>
              </p:ext>
            </p:extLst>
          </p:nvPr>
        </p:nvGraphicFramePr>
        <p:xfrm>
          <a:off x="4560983" y="231354"/>
          <a:ext cx="7631017" cy="6533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4745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587A1B-F5D2-A37E-5E3A-85E311ED2725}"/>
              </a:ext>
            </a:extLst>
          </p:cNvPr>
          <p:cNvSpPr>
            <a:spLocks noGrp="1"/>
          </p:cNvSpPr>
          <p:nvPr>
            <p:ph type="title"/>
          </p:nvPr>
        </p:nvSpPr>
        <p:spPr>
          <a:xfrm>
            <a:off x="4984750" y="531813"/>
            <a:ext cx="6120000" cy="1339824"/>
          </a:xfrm>
        </p:spPr>
        <p:txBody>
          <a:bodyPr anchor="b">
            <a:normAutofit/>
          </a:bodyPr>
          <a:lstStyle/>
          <a:p>
            <a:pPr algn="ctr"/>
            <a:r>
              <a:rPr lang="en-GB" b="1"/>
              <a:t>Expanding Target Audience through Data Insights</a:t>
            </a:r>
          </a:p>
        </p:txBody>
      </p:sp>
      <p:pic>
        <p:nvPicPr>
          <p:cNvPr id="7" name="Graphic 6" descr="Bullseye">
            <a:extLst>
              <a:ext uri="{FF2B5EF4-FFF2-40B4-BE49-F238E27FC236}">
                <a16:creationId xmlns:a16="http://schemas.microsoft.com/office/drawing/2014/main" id="{9B27D646-6BDB-786D-447E-6ABDC8793D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988" y="1758571"/>
            <a:ext cx="3330001" cy="3330001"/>
          </a:xfrm>
          <a:prstGeom prst="rect">
            <a:avLst/>
          </a:prstGeom>
        </p:spPr>
      </p:pic>
      <p:cxnSp>
        <p:nvCxnSpPr>
          <p:cNvPr id="33" name="Straight Connector 32">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Content Placeholder 2">
            <a:extLst>
              <a:ext uri="{FF2B5EF4-FFF2-40B4-BE49-F238E27FC236}">
                <a16:creationId xmlns:a16="http://schemas.microsoft.com/office/drawing/2014/main" id="{D64A0E62-E27E-E5E4-AF7B-27E74B38DD75}"/>
              </a:ext>
            </a:extLst>
          </p:cNvPr>
          <p:cNvSpPr>
            <a:spLocks noGrp="1"/>
          </p:cNvSpPr>
          <p:nvPr>
            <p:ph idx="1"/>
          </p:nvPr>
        </p:nvSpPr>
        <p:spPr>
          <a:xfrm>
            <a:off x="4120450" y="2529498"/>
            <a:ext cx="7848600" cy="4547789"/>
          </a:xfrm>
        </p:spPr>
        <p:txBody>
          <a:bodyPr>
            <a:normAutofit/>
          </a:bodyPr>
          <a:lstStyle/>
          <a:p>
            <a:pPr>
              <a:lnSpc>
                <a:spcPct val="115000"/>
              </a:lnSpc>
              <a:buFont typeface="Wingdings" panose="05000000000000000000" pitchFamily="2" charset="2"/>
              <a:buChar char="Ø"/>
            </a:pPr>
            <a:r>
              <a:rPr lang="en-GB" sz="1800" b="1" dirty="0"/>
              <a:t>Objective</a:t>
            </a:r>
            <a:r>
              <a:rPr lang="en-GB" sz="1800" dirty="0"/>
              <a:t>: </a:t>
            </a:r>
            <a:r>
              <a:rPr lang="en-US" sz="1800" dirty="0"/>
              <a:t>To show how data analysis identifies new market segments that boost the value proposition of NutriFit.</a:t>
            </a:r>
          </a:p>
          <a:p>
            <a:pPr marL="0" indent="0">
              <a:lnSpc>
                <a:spcPct val="115000"/>
              </a:lnSpc>
              <a:buNone/>
            </a:pPr>
            <a:r>
              <a:rPr lang="en-GB" sz="1800" b="1" dirty="0"/>
              <a:t>Initial Hypothesis</a:t>
            </a:r>
          </a:p>
          <a:p>
            <a:pPr>
              <a:lnSpc>
                <a:spcPct val="115000"/>
              </a:lnSpc>
              <a:buFont typeface="Arial" panose="020B0604020202020204" pitchFamily="34" charset="0"/>
              <a:buChar char="•"/>
            </a:pPr>
            <a:r>
              <a:rPr lang="en-US" sz="1800" dirty="0"/>
              <a:t>NutriFit initially targeted youth (ages 18-30) based on anticipated demand for health-conscious, convenient meal options.</a:t>
            </a:r>
          </a:p>
          <a:p>
            <a:pPr>
              <a:lnSpc>
                <a:spcPct val="115000"/>
              </a:lnSpc>
              <a:buFont typeface="Wingdings" panose="05000000000000000000" pitchFamily="2" charset="2"/>
              <a:buChar char="Ø"/>
            </a:pPr>
            <a:r>
              <a:rPr lang="en-GB" b="1" dirty="0"/>
              <a:t>Chief Insight from Data Analysis</a:t>
            </a:r>
          </a:p>
          <a:p>
            <a:pPr>
              <a:lnSpc>
                <a:spcPct val="115000"/>
              </a:lnSpc>
              <a:buFont typeface="Arial" panose="020B0604020202020204" pitchFamily="34" charset="0"/>
              <a:buChar char="•"/>
            </a:pPr>
            <a:r>
              <a:rPr lang="en-US" sz="1800" dirty="0"/>
              <a:t>Analysis and dashboard data indicate that individuals aged 60+ show significant interest in NutriFit’s personalized meal services.</a:t>
            </a:r>
          </a:p>
          <a:p>
            <a:pPr marL="742950" lvl="1" indent="-285750">
              <a:lnSpc>
                <a:spcPct val="115000"/>
              </a:lnSpc>
              <a:buFont typeface="Arial" panose="020B0604020202020204" pitchFamily="34" charset="0"/>
              <a:buChar char="•"/>
            </a:pPr>
            <a:r>
              <a:rPr lang="en-US" sz="1800" b="1" dirty="0"/>
              <a:t>People above the age of 60 years form a sizeable secondary market, showing keen interest in customized dieting, health maintenance, and convenience.</a:t>
            </a:r>
            <a:endParaRPr lang="en-IN" sz="500" dirty="0"/>
          </a:p>
        </p:txBody>
      </p:sp>
    </p:spTree>
    <p:extLst>
      <p:ext uri="{BB962C8B-B14F-4D97-AF65-F5344CB8AC3E}">
        <p14:creationId xmlns:p14="http://schemas.microsoft.com/office/powerpoint/2010/main" val="4267057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C8726D-588A-5660-B62A-8EE175252156}"/>
              </a:ext>
            </a:extLst>
          </p:cNvPr>
          <p:cNvSpPr>
            <a:spLocks noGrp="1"/>
          </p:cNvSpPr>
          <p:nvPr>
            <p:ph type="title"/>
          </p:nvPr>
        </p:nvSpPr>
        <p:spPr>
          <a:xfrm>
            <a:off x="4915873" y="1433873"/>
            <a:ext cx="5717754" cy="910272"/>
          </a:xfrm>
        </p:spPr>
        <p:txBody>
          <a:bodyPr anchor="b">
            <a:normAutofit/>
          </a:bodyPr>
          <a:lstStyle/>
          <a:p>
            <a:pPr algn="ctr"/>
            <a:r>
              <a:rPr lang="en-GB" b="1" dirty="0"/>
              <a:t>Value Derived</a:t>
            </a:r>
            <a:br>
              <a:rPr lang="en-GB" b="1" dirty="0"/>
            </a:br>
            <a:endParaRPr lang="en-IN" dirty="0"/>
          </a:p>
        </p:txBody>
      </p:sp>
      <p:pic>
        <p:nvPicPr>
          <p:cNvPr id="7" name="Graphic 6" descr="Business Growth">
            <a:extLst>
              <a:ext uri="{FF2B5EF4-FFF2-40B4-BE49-F238E27FC236}">
                <a16:creationId xmlns:a16="http://schemas.microsoft.com/office/drawing/2014/main" id="{A16D28FB-D072-E4EC-5D41-636647CDF4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988" y="1758571"/>
            <a:ext cx="3330001" cy="3330001"/>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15ED214-37B0-CAD0-C1A4-7B2ADD32E131}"/>
              </a:ext>
            </a:extLst>
          </p:cNvPr>
          <p:cNvSpPr>
            <a:spLocks noGrp="1"/>
          </p:cNvSpPr>
          <p:nvPr>
            <p:ph idx="1"/>
          </p:nvPr>
        </p:nvSpPr>
        <p:spPr>
          <a:xfrm>
            <a:off x="3995264" y="2378081"/>
            <a:ext cx="8098971" cy="4986362"/>
          </a:xfrm>
        </p:spPr>
        <p:txBody>
          <a:bodyPr>
            <a:normAutofit/>
          </a:bodyPr>
          <a:lstStyle/>
          <a:p>
            <a:pPr>
              <a:lnSpc>
                <a:spcPct val="115000"/>
              </a:lnSpc>
              <a:buFont typeface="+mj-lt"/>
              <a:buAutoNum type="arabicPeriod"/>
            </a:pPr>
            <a:r>
              <a:rPr lang="en-GB" sz="1600" b="1" dirty="0"/>
              <a:t>Expanded Market Potential</a:t>
            </a:r>
            <a:r>
              <a:rPr lang="en-GB" sz="1600" dirty="0"/>
              <a:t>: </a:t>
            </a:r>
            <a:r>
              <a:rPr lang="en-US" sz="1600" dirty="0"/>
              <a:t>By targeting the 60+ group, NutriFit can increase its customer base and raise revenue.</a:t>
            </a:r>
          </a:p>
          <a:p>
            <a:pPr>
              <a:lnSpc>
                <a:spcPct val="115000"/>
              </a:lnSpc>
              <a:buFont typeface="+mj-lt"/>
              <a:buAutoNum type="arabicPeriod"/>
            </a:pPr>
            <a:r>
              <a:rPr lang="en-GB" sz="1600" b="1" dirty="0"/>
              <a:t>Customized Marketing Strategies</a:t>
            </a:r>
            <a:r>
              <a:rPr lang="en-GB" sz="1600" dirty="0"/>
              <a:t>: </a:t>
            </a:r>
            <a:r>
              <a:rPr lang="en-US" sz="1600" dirty="0"/>
              <a:t>NutriFit can craft messages that will catch the interests of older adults by emphasizing the conveniences of preparing meals, healthful nutrition, and special diets.</a:t>
            </a:r>
          </a:p>
          <a:p>
            <a:pPr>
              <a:lnSpc>
                <a:spcPct val="115000"/>
              </a:lnSpc>
              <a:buFont typeface="+mj-lt"/>
              <a:buAutoNum type="arabicPeriod"/>
            </a:pPr>
            <a:r>
              <a:rPr lang="en-GB" sz="1600" b="1" dirty="0"/>
              <a:t>Product Development Opportunities</a:t>
            </a:r>
            <a:r>
              <a:rPr lang="en-GB" sz="1600" dirty="0"/>
              <a:t>: </a:t>
            </a:r>
            <a:r>
              <a:rPr lang="en-US" sz="1600" dirty="0"/>
              <a:t>By understanding the preferences of this demographic, one can develop appropriate meal plans that meet their dietary needs associated with aging, such as low-sodium and high-fiber meals.</a:t>
            </a:r>
          </a:p>
          <a:p>
            <a:pPr>
              <a:lnSpc>
                <a:spcPct val="115000"/>
              </a:lnSpc>
              <a:buFont typeface="+mj-lt"/>
              <a:buAutoNum type="arabicPeriod"/>
            </a:pPr>
            <a:r>
              <a:rPr lang="en-GB" sz="1600" b="1" dirty="0"/>
              <a:t>Conclusion</a:t>
            </a:r>
          </a:p>
          <a:p>
            <a:pPr>
              <a:lnSpc>
                <a:spcPct val="115000"/>
              </a:lnSpc>
            </a:pPr>
            <a:r>
              <a:rPr lang="en-US" sz="1600" dirty="0"/>
              <a:t>Data analysis has not only confirmed the appeal of NutriFit among young adults but also identified an additional, high-interest demographic. This strategic shift now will let NutriFit maximize its engagement and revenues by better addressing the needs of both the young adult and the older customer.</a:t>
            </a:r>
            <a:endParaRPr lang="en-IN" sz="1600" dirty="0"/>
          </a:p>
        </p:txBody>
      </p:sp>
    </p:spTree>
    <p:extLst>
      <p:ext uri="{BB962C8B-B14F-4D97-AF65-F5344CB8AC3E}">
        <p14:creationId xmlns:p14="http://schemas.microsoft.com/office/powerpoint/2010/main" val="3214851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B623C-92FD-D8AF-9F73-6A1D49283476}"/>
              </a:ext>
            </a:extLst>
          </p:cNvPr>
          <p:cNvSpPr>
            <a:spLocks noGrp="1"/>
          </p:cNvSpPr>
          <p:nvPr>
            <p:ph type="title"/>
          </p:nvPr>
        </p:nvSpPr>
        <p:spPr>
          <a:xfrm>
            <a:off x="541338" y="1079500"/>
            <a:ext cx="3322637" cy="4689475"/>
          </a:xfrm>
        </p:spPr>
        <p:txBody>
          <a:bodyPr anchor="ctr">
            <a:normAutofit/>
          </a:bodyPr>
          <a:lstStyle/>
          <a:p>
            <a:pPr algn="ctr"/>
            <a:r>
              <a:rPr lang="en-GB" dirty="0"/>
              <a:t>What questions need to be asked</a:t>
            </a:r>
            <a:endParaRPr lang="en-IN"/>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B32F7E55-5AFF-1F19-28DA-2623D924285D}"/>
              </a:ext>
            </a:extLst>
          </p:cNvPr>
          <p:cNvGraphicFramePr>
            <a:graphicFrameLocks noGrp="1"/>
          </p:cNvGraphicFramePr>
          <p:nvPr>
            <p:ph idx="1"/>
            <p:extLst>
              <p:ext uri="{D42A27DB-BD31-4B8C-83A1-F6EECF244321}">
                <p14:modId xmlns:p14="http://schemas.microsoft.com/office/powerpoint/2010/main" val="440448699"/>
              </p:ext>
            </p:extLst>
          </p:nvPr>
        </p:nvGraphicFramePr>
        <p:xfrm>
          <a:off x="4981231" y="735942"/>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7309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525685-A21F-4AEC-91AD-EF47F5A97918}"/>
              </a:ext>
            </a:extLst>
          </p:cNvPr>
          <p:cNvSpPr>
            <a:spLocks noGrp="1"/>
          </p:cNvSpPr>
          <p:nvPr>
            <p:ph type="title"/>
          </p:nvPr>
        </p:nvSpPr>
        <p:spPr>
          <a:xfrm>
            <a:off x="1080000" y="862151"/>
            <a:ext cx="6120000" cy="1009486"/>
          </a:xfrm>
        </p:spPr>
        <p:txBody>
          <a:bodyPr anchor="b">
            <a:normAutofit/>
          </a:bodyPr>
          <a:lstStyle/>
          <a:p>
            <a:pPr algn="ctr"/>
            <a:r>
              <a:rPr lang="en-GB" dirty="0"/>
              <a:t>Predictions</a:t>
            </a:r>
            <a:endParaRPr lang="en-IN" dirty="0"/>
          </a:p>
        </p:txBody>
      </p:sp>
      <p:cxnSp>
        <p:nvCxnSpPr>
          <p:cNvPr id="11" name="Straight Connector 10">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7000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DBEFB-4400-4DAF-D71B-0ACACF5DE727}"/>
              </a:ext>
            </a:extLst>
          </p:cNvPr>
          <p:cNvSpPr>
            <a:spLocks noGrp="1"/>
          </p:cNvSpPr>
          <p:nvPr>
            <p:ph idx="1"/>
          </p:nvPr>
        </p:nvSpPr>
        <p:spPr>
          <a:xfrm>
            <a:off x="503057" y="3042843"/>
            <a:ext cx="6121400" cy="3009899"/>
          </a:xfrm>
        </p:spPr>
        <p:txBody>
          <a:bodyPr>
            <a:normAutofit/>
          </a:bodyPr>
          <a:lstStyle/>
          <a:p>
            <a:pPr>
              <a:lnSpc>
                <a:spcPct val="115000"/>
              </a:lnSpc>
            </a:pPr>
            <a:r>
              <a:rPr lang="en-IN" sz="1400" dirty="0"/>
              <a:t>Increase in revenue we’ll be able to achieve in coming months.</a:t>
            </a:r>
          </a:p>
          <a:p>
            <a:pPr>
              <a:lnSpc>
                <a:spcPct val="115000"/>
              </a:lnSpc>
            </a:pPr>
            <a:r>
              <a:rPr lang="en-IN" sz="1400" dirty="0"/>
              <a:t>Number of customers who’ll be interested in our service.</a:t>
            </a:r>
          </a:p>
          <a:p>
            <a:pPr>
              <a:lnSpc>
                <a:spcPct val="115000"/>
              </a:lnSpc>
            </a:pPr>
            <a:r>
              <a:rPr lang="en-IN" sz="1400" dirty="0"/>
              <a:t>Amongst the prevailing competition what market space would we be able to capture.</a:t>
            </a:r>
          </a:p>
          <a:p>
            <a:pPr>
              <a:lnSpc>
                <a:spcPct val="115000"/>
              </a:lnSpc>
            </a:pPr>
            <a:r>
              <a:rPr lang="en-IN" sz="1400" dirty="0"/>
              <a:t>Using customer profiles, we can predict meal plans tailored for specific groups thus enhancing customer satisfaction.</a:t>
            </a:r>
          </a:p>
          <a:p>
            <a:pPr>
              <a:lnSpc>
                <a:spcPct val="115000"/>
              </a:lnSpc>
            </a:pPr>
            <a:r>
              <a:rPr lang="en-IN" sz="1400" dirty="0"/>
              <a:t>As a part of our long-term business plan, using customer order history we can strategically predict and select high demand areas for our first physical stores.</a:t>
            </a:r>
          </a:p>
        </p:txBody>
      </p:sp>
      <p:pic>
        <p:nvPicPr>
          <p:cNvPr id="5" name="Picture 4" descr="Calculator, pen, compass, money and a paper with graphs printed on it">
            <a:extLst>
              <a:ext uri="{FF2B5EF4-FFF2-40B4-BE49-F238E27FC236}">
                <a16:creationId xmlns:a16="http://schemas.microsoft.com/office/drawing/2014/main" id="{0508C7E1-BF37-A586-F521-A1380A889DF5}"/>
              </a:ext>
            </a:extLst>
          </p:cNvPr>
          <p:cNvPicPr>
            <a:picLocks noChangeAspect="1"/>
          </p:cNvPicPr>
          <p:nvPr/>
        </p:nvPicPr>
        <p:blipFill>
          <a:blip r:embed="rId2"/>
          <a:srcRect l="35107" r="30884" b="-1"/>
          <a:stretch/>
        </p:blipFill>
        <p:spPr>
          <a:xfrm>
            <a:off x="8321011" y="10"/>
            <a:ext cx="3870989" cy="6857990"/>
          </a:xfrm>
          <a:prstGeom prst="rect">
            <a:avLst/>
          </a:prstGeom>
        </p:spPr>
      </p:pic>
      <p:sp>
        <p:nvSpPr>
          <p:cNvPr id="4" name="TextBox 3">
            <a:extLst>
              <a:ext uri="{FF2B5EF4-FFF2-40B4-BE49-F238E27FC236}">
                <a16:creationId xmlns:a16="http://schemas.microsoft.com/office/drawing/2014/main" id="{2EE39BDE-DDDD-2ABF-EF97-9B80C1C3277C}"/>
              </a:ext>
            </a:extLst>
          </p:cNvPr>
          <p:cNvSpPr txBox="1"/>
          <p:nvPr/>
        </p:nvSpPr>
        <p:spPr>
          <a:xfrm>
            <a:off x="503057" y="2364456"/>
            <a:ext cx="2270493" cy="369332"/>
          </a:xfrm>
          <a:prstGeom prst="rect">
            <a:avLst/>
          </a:prstGeom>
          <a:noFill/>
        </p:spPr>
        <p:txBody>
          <a:bodyPr wrap="none" rtlCol="0">
            <a:spAutoFit/>
          </a:bodyPr>
          <a:lstStyle/>
          <a:p>
            <a:r>
              <a:rPr lang="en-GB" dirty="0"/>
              <a:t>We’ll try to predict - </a:t>
            </a:r>
            <a:endParaRPr lang="en-IN" dirty="0"/>
          </a:p>
        </p:txBody>
      </p:sp>
    </p:spTree>
    <p:extLst>
      <p:ext uri="{BB962C8B-B14F-4D97-AF65-F5344CB8AC3E}">
        <p14:creationId xmlns:p14="http://schemas.microsoft.com/office/powerpoint/2010/main" val="3865684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48D49-3ADD-5F78-3F6F-AD8830D50FD2}"/>
              </a:ext>
            </a:extLst>
          </p:cNvPr>
          <p:cNvSpPr>
            <a:spLocks noGrp="1"/>
          </p:cNvSpPr>
          <p:nvPr>
            <p:ph type="title"/>
          </p:nvPr>
        </p:nvSpPr>
        <p:spPr>
          <a:xfrm>
            <a:off x="541338" y="1079500"/>
            <a:ext cx="3322637" cy="4689475"/>
          </a:xfrm>
        </p:spPr>
        <p:txBody>
          <a:bodyPr anchor="ctr">
            <a:normAutofit/>
          </a:bodyPr>
          <a:lstStyle/>
          <a:p>
            <a:pPr algn="ctr"/>
            <a:r>
              <a:rPr lang="en-GB" b="1" dirty="0"/>
              <a:t>Predictions</a:t>
            </a:r>
            <a:br>
              <a:rPr lang="en-GB" b="1" dirty="0"/>
            </a:br>
            <a:endParaRPr lang="en-IN"/>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5AD3C5E3-6ED1-11C6-007E-5B4BA160F572}"/>
              </a:ext>
            </a:extLst>
          </p:cNvPr>
          <p:cNvGraphicFramePr>
            <a:graphicFrameLocks noGrp="1"/>
          </p:cNvGraphicFramePr>
          <p:nvPr>
            <p:ph idx="1"/>
            <p:extLst>
              <p:ext uri="{D42A27DB-BD31-4B8C-83A1-F6EECF244321}">
                <p14:modId xmlns:p14="http://schemas.microsoft.com/office/powerpoint/2010/main" val="2221634195"/>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6685952"/>
      </p:ext>
    </p:extLst>
  </p:cSld>
  <p:clrMapOvr>
    <a:masterClrMapping/>
  </p:clrMapOvr>
</p:sld>
</file>

<file path=ppt/theme/theme1.xml><?xml version="1.0" encoding="utf-8"?>
<a:theme xmlns:a="http://schemas.openxmlformats.org/drawingml/2006/main" name="LeafVTI">
  <a:themeElements>
    <a:clrScheme name="AnalogousFromDarkSeedLeftStep">
      <a:dk1>
        <a:srgbClr val="000000"/>
      </a:dk1>
      <a:lt1>
        <a:srgbClr val="FFFFFF"/>
      </a:lt1>
      <a:dk2>
        <a:srgbClr val="1C2F31"/>
      </a:dk2>
      <a:lt2>
        <a:srgbClr val="F2F3F0"/>
      </a:lt2>
      <a:accent1>
        <a:srgbClr val="7230E0"/>
      </a:accent1>
      <a:accent2>
        <a:srgbClr val="3F45D5"/>
      </a:accent2>
      <a:accent3>
        <a:srgbClr val="3081E0"/>
      </a:accent3>
      <a:accent4>
        <a:srgbClr val="1EB8CE"/>
      </a:accent4>
      <a:accent5>
        <a:srgbClr val="29C195"/>
      </a:accent5>
      <a:accent6>
        <a:srgbClr val="1DC54E"/>
      </a:accent6>
      <a:hlink>
        <a:srgbClr val="339B8E"/>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1CB00D31-734F-434A-9A77-CA5EF8E21C34}">
  <we:reference id="wa200003233" version="2.0.0.3" store="en-GB"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1ZbU/jOBD+KyhfuJO6yHltwje2wC06QNyCOJ1WVeXYk9ZLmkSOw9FD/PcbOwktpS3vvV2OCqTEnozneebFnuTa4qIsUjo5pmOwtq3PeX4xpvJiw7Y6VlaPBcz2AuJQiJkbhYnLkjDA2bxQIs9Ka/vaUlQOQZ2LsqKpVoSD3/odi6bpCR3qu4SmJXSsAmSZZzQV/0AtjFNKVnDTseCqSHNJtcpTRRVotZcojvdogr3l4oqUKXEJp8BUPRo7vmf7SRA7UZcDDZKIeyhW1gLGsoUiWrVZvpdniooMl9FjXSABeBDYccBjiMGxwdbjiUhVIxJP9q4KieiuW3IcLwq6IYk8xyd2aIfgUYI2qEmhZ3uIZJhLwWhqGYwSyhrStdXL02psrvbujJ/mlWTwFRIzlSmhJqjptJKXMBkcV0qKfaGsG+TsRObIqJneFYBOmAxOJCQgIWNgJEb53z0JaAS3tslN59ZqLwoDiEKPhH7g247bdYFOrd7hlxQ18Hsm7wyHEoZUNbd7a8ezX2WN8/378Po4UopsmDbBNfXzWY2rENAbUal08MbfMUq0T/GhXHKQnyfGrbtCtvHldOaQ/Fjwb/ptRuCD32divgm6Gs/bm9W/0VJOyH2f8jimYPsxsZPYdpYnz7rTY2cIg99kXhWLs+LHifuDDNmCUg1ENjijAksi8MER0HRwktLsFXKApVWpl+C12T9JPjyVlv8gN2ZDrE4JRgLCksB1wsRmIQsi116xn6w7JQ4ylo9hcAiXkP7vsyKm8iMT3iiy+sYfYjhK8V9pRSWkLZO4NqeKHtHCLHdX8dYdTVq2ZLjKAa9ZHRdUirLluL37XWTa5x3rEBL19lnztQV1KNAxdWid07TSUbV5BFxU400U1I5A6THunxovgkG7qkwd59lxlaa/3Ee+ys2/Wn3t17qQTFEd3Wq/nknV8u09jLWOshFwA/xAwbheU3DQCgWUP7/zOtalnmgClaBAPX9b7QM3jDnxuE8DFvihSyiNHqz2a6mtNIVyKSdmdq5skFXbwStuUCsNM5X5WfvSF4G+lGw0aerGvDW38/en2vXPMRzrXtRY/gJETV99q9C6A/IIG9CRkZsxytpFsBvTAT3dQLH+AipXsrLKPe+ZmD8q3L7hg5tF3Ewf+MilGVp26WQBKQ+eFVORLX6N8PAx6z2z2Vam941ypsy8b6C3D7xvmHUNqE9wfkSCuEto12FxFDpJwglfY79+XI1jkBt5stGrSoUHVVnOn4leUMhf8UD5CEOP86378488YC6FgO1PWclHB4/uKgCvc7n8jGm+WwxaM5+zG1wU4rkvDZ6IZ/Vx+YtADCYMN9ojfd15u27sdR3X9+Mup75n2yRc51uoF0T1g9zTJlJOU8FANkKzzsB+Gx2sL4aQ1Q0eYizqpU1b2vJw9+q8/fCEPtuX+dg81lQeXXFWouvUrYsG0LH+HIH2sGnAMy7a9DuY4+8JPXpbQa1sGY+4rGlitdJvC3tbjhQrMYZNhzjeJxJ+IvYZIdvmTze8/X4dPU0ILQloez6g3ywyajMijxKIWQCey+ww8qOQJGuM5PaVDPDBUoN7WvRZxe31bZnyO5Weo/qJ+TamxdPPvG9GcrNpx8SP7ThkDvWYRzAo7FBrXAlEwZWK86u7YMxvcfXIK1UWlMEJzWBBCUFP0owDb65NCVmQdeYjePsuEH//AvAqDsl8HwAA&quot;"/>
    <we:property name="creatorSessionId" value="&quot;86fcd43d-0359-4b63-98f7-4e75c17749e5&quot;"/>
    <we:property name="creatorTenantId" value="&quot;8acbc2c5-c8ed-42c7-8169-ba438a0dbe2f&quot;"/>
    <we:property name="creatorUserId" value="&quot;10032003456C7C13&quot;"/>
    <we:property name="datasetId" value="&quot;1cd248a3-bb81-4194-9d66-a260cac10574&quot;"/>
    <we:property name="embedUrl" value="&quot;/reportEmbed?reportId=e774d193-bde5-4dfd-87bf-050122ea0524&amp;config=eyJjbHVzdGVyVXJsIjoiaHR0cHM6Ly9XQUJJLU5PUlRILUVVUk9QRS1ILVBSSU1BUlktcmVkaXJlY3QuYW5hbHlzaXMud2luZG93cy5uZXQiLCJlbWJlZEZlYXR1cmVzIjp7InVzYWdlTWV0cmljc1ZOZXh0Ijp0cnVlfX0%3D&amp;disableSensitivityBanner=true&quot;"/>
    <we:property name="initialStateBookmark" value="&quot;H4sIAAAAAAAAA+1ZXVPbOBT9K4xe+pJ25M/YvNEAW6aFsoVhp9NhPFf2dVBxLI8sU7JM/vvKsk1CSMJ3tsvC8GBLV9I9V+dcXTlXJOFlkcH4AEZINslHIc5HIM83LNIjedv29evn/a1vn6ODrf0d3SwKxUVeks0rokAOUZ3wsoKsnkE3/jjtEciyQxjWbylkJfZIgbIUOWT8b2yMdZeSFU56BC+LTEiopzxSoLCe9kKb63e9tvXB0StCrPgFHmGsmlZme67lpT6zw36C4Kdh4mqzsjEwni00qac2yw9EroDnepm6rY/URxd9i/kJQ4a2hVbdnvJMtSZsvHNZSI3uqouK7YZ+P6Cha3vUCqwAXaDaBzUu6t6BRjIUkseQEYNRYtlAuiIDkVUj87Rzo/1IVDLGb5iarlxxNdYzHVXyAsfRQaUk3+WKTHTMDqXQETXd2xz1JoyjQ4kpSsxjNBZn4tdAonYiIZt00rv22g0DH8PApYHne5bt9B2EqddbyQXoGZJbLm8NhxKHoNrXnbXj2a3ydvO92/BOdUvJ82HWkmu6z8cNroLj4AykqsnLfmqW1HuqBwmZoPw4Ntu6zWXHL7s3h+T3gj857RShB/6c4XxLugbPy7t1Oqmt7CDxPEgYA7Q8Rq2UWfZy8axbHltDjP6QoioWq+L34f1erqOFpYp4Hh0D1ykRk2gfIYsOM8ifQQNxVpX1Eknj9n9EDw8Ny7+gjVmKNZKIqU/j1HfsILXiIPZDx1pxnqxbEnt5LEYYfcELzP73qmAg35TwQsxqxOA7AUuom3jgx74XOBQgvFMMa6EeZFguxWJ656JKV6nlGfW70jFD3EfJ9hNHCTI+GzcbdMub6/7bXd36JyB5U6obz5+AqL1vXE9IboDc1/X5mbGbcYpsa7Ab04a6u4VCviPIlVFZtT2vOTB/Vjq74VtsFsVmOuBNSzNh2YbxgqDceZRm+j698Cy9+xR6zdHsMtPrRjmTZl430OsBrxtmkwOaCs4Lqc/6FPp2zMLATtOEJmu8zhxUI4ZyQ6QbA32D1QWmLOdroick8mcsKO/h6IH4cLv/ngXmUgj6ElBW8t7kGYhRgfpZyOU1pvmsG3VuPuY0OC/4Y+9UD8Szulz+xDUGQ8ONrqSvad0jjsPcvu14Husn4LmWRYN1XtKfwOo7Yw8tU44yHqNsjWY3g+jlhibAQ8y1/DODsWiW5lhO43Dz6aT7Lq/3bFeKkRnWZp4646xE12uuLjWAHvnrDOsdNjfQPOGd/Pbm4lfe/5LaZVCSL4ujXvYEssr8SKFn/cJVA/2qadaWiQ6x4iN8Z1PbfU+D99Q6pnTT/L+rZzht2NNSaAmhrXlCvxgzGjdCFyiy2EfXia0g9MKApmtkcvdhApNoqcOD2vRRye35fZnGd2o9F+oH6m0ExcNr3hcLcntoM+oxiwWxDW7sUk0KK6hnXAlE4aVi4vImGPO3OHuISpUFxHgIOS5IIXonIU8waZ9NClmgOvMbITGLaG84y/COAfUvh2Qy6bT4D4ntEIjEHAAA&quot;"/>
    <we:property name="isFiltersActionButtonVisible" value="true"/>
    <we:property name="isVisualContainerHeaderHidden" value="false"/>
    <we:property name="pageDisplayName" value="&quot;Page 1&quot;"/>
    <we:property name="pageName" value="&quot;b25415f6b297dea6f9d4&quot;"/>
    <we:property name="pptInsertionSessionID" value="&quot;CD8EF26E-DCD9-4C8D-958A-F7609F3CF2AF&quot;"/>
    <we:property name="reportEmbeddedTime" value="&quot;2024-11-08T22:29:52.155Z&quot;"/>
    <we:property name="reportName" value="&quot;Dashboard_NutriFit&quot;"/>
    <we:property name="reportState" value="&quot;CONNECTED&quot;"/>
    <we:property name="reportUrl" value="&quot;/links/cC9KVVq14E?ctid=8acbc2c5-c8ed-42c7-8169-ba438a0dbe2f&amp;bookmarkGuid=774cabf0-ac56-46ea-8ae5-18cae77b5a9f&amp;bookmarkUsage=1&amp;ctid=8acbc2c5-c8ed-42c7-8169-ba438a0dbe2f&amp;fromEntryPoint=export&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B105952A653224C9C81C7A4F6794B18" ma:contentTypeVersion="4" ma:contentTypeDescription="Create a new document." ma:contentTypeScope="" ma:versionID="8dc160cfe1604203dd684ae658162bc9">
  <xsd:schema xmlns:xsd="http://www.w3.org/2001/XMLSchema" xmlns:xs="http://www.w3.org/2001/XMLSchema" xmlns:p="http://schemas.microsoft.com/office/2006/metadata/properties" xmlns:ns2="afd44bc9-6c29-4ff0-a1fd-99f12bfea5d7" targetNamespace="http://schemas.microsoft.com/office/2006/metadata/properties" ma:root="true" ma:fieldsID="659a003f7f49610534933693bb9356d4" ns2:_="">
    <xsd:import namespace="afd44bc9-6c29-4ff0-a1fd-99f12bfea5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44bc9-6c29-4ff0-a1fd-99f12bfea5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D87E52-2E63-4DB9-A6DE-9D90DEB923D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BE36524-D6FE-4ED9-9473-0E3CDA202AC8}">
  <ds:schemaRefs>
    <ds:schemaRef ds:uri="http://schemas.microsoft.com/sharepoint/v3/contenttype/forms"/>
  </ds:schemaRefs>
</ds:datastoreItem>
</file>

<file path=customXml/itemProps3.xml><?xml version="1.0" encoding="utf-8"?>
<ds:datastoreItem xmlns:ds="http://schemas.openxmlformats.org/officeDocument/2006/customXml" ds:itemID="{73EF6B79-5B78-4571-9423-DFAA518E868D}"/>
</file>

<file path=docProps/app.xml><?xml version="1.0" encoding="utf-8"?>
<Properties xmlns="http://schemas.openxmlformats.org/officeDocument/2006/extended-properties" xmlns:vt="http://schemas.openxmlformats.org/officeDocument/2006/docPropsVTypes">
  <TotalTime>3034</TotalTime>
  <Words>1575</Words>
  <Application>Microsoft Office PowerPoint</Application>
  <PresentationFormat>Widescreen</PresentationFormat>
  <Paragraphs>134</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Avenir Next LT Pro Light</vt:lpstr>
      <vt:lpstr>Oswald Bold</vt:lpstr>
      <vt:lpstr>Rockwell Nova Light</vt:lpstr>
      <vt:lpstr>Wingdings</vt:lpstr>
      <vt:lpstr>LeafVTI</vt:lpstr>
      <vt:lpstr>How can we leverage data science techniques to identify and understand the target audience best suited for NutriFit</vt:lpstr>
      <vt:lpstr>content</vt:lpstr>
      <vt:lpstr>Introduction to the business</vt:lpstr>
      <vt:lpstr>CURRENT BUSINESS PROCESS </vt:lpstr>
      <vt:lpstr>Data used in the business process</vt:lpstr>
      <vt:lpstr>What analysis do we need to make? </vt:lpstr>
      <vt:lpstr>Big data sources</vt:lpstr>
      <vt:lpstr>PowerPoint Presentation</vt:lpstr>
      <vt:lpstr>Analytical Application</vt:lpstr>
      <vt:lpstr>PowerPoint Presentation</vt:lpstr>
      <vt:lpstr>EXPLANATION OF A RELATIONSHIP BETWEEN ONE VARIABLE AND AN OUTCOME THAT INFLUENCES VALUE IN THE BUSINESS </vt:lpstr>
      <vt:lpstr>Balanced Scorecard </vt:lpstr>
      <vt:lpstr>Expanding Target Audience through Data Insights</vt:lpstr>
      <vt:lpstr>Value Derived </vt:lpstr>
      <vt:lpstr>What questions need to be asked</vt:lpstr>
      <vt:lpstr>Predictions</vt:lpstr>
      <vt:lpstr>Predictions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prakhar kochhar</dc:creator>
  <cp:lastModifiedBy>Vedant Thakur</cp:lastModifiedBy>
  <cp:revision>16</cp:revision>
  <dcterms:created xsi:type="dcterms:W3CDTF">2024-11-04T12:14:14Z</dcterms:created>
  <dcterms:modified xsi:type="dcterms:W3CDTF">2024-11-10T23:10:08Z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0x0101001B105952A653224C9C81C7A4F6794B18</vt:lpwstr>
  </property>
</Properties>
</file>